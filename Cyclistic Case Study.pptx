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embeddedFontLst>
    <p:embeddedFont>
      <p:font typeface="Garamond" panose="02020404030301010803" pitchFamily="18" charset="0"/>
      <p:regular r:id="rId12"/>
      <p:bold r:id="rId13"/>
      <p:italic r:id="rId14"/>
      <p:boldItalic r:id="rId15"/>
    </p:embeddedFont>
    <p:embeddedFont>
      <p:font typeface="Helvetica Neue" panose="020B0604020202020204" charset="0"/>
      <p:regular r:id="rId16"/>
      <p:bold r:id="rId17"/>
      <p:italic r:id="rId18"/>
      <p:boldItalic r:id="rId1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2" roundtripDataSignature="AMtx7mg9l0CgsVhl1RRK/BoI8SNz/Egdd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27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font" Target="fonts/font7.fntdata"/><Relationship Id="rId26"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font" Target="fonts/font6.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font" Target="fonts/font4.fntdata"/><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8.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 Id="rId22"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9" name="Google Shape;149;p1: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5" name="Google Shape;15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1" name="Google Shape;161;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7" name="Google Shape;167;p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p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3" name="Google Shape;173;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0" name="Google Shape;180;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p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7" name="Google Shape;187;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3" name="Google Shape;193;p9: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type="title">
  <p:cSld name="TITLE">
    <p:spTree>
      <p:nvGrpSpPr>
        <p:cNvPr id="1" name="Shape 16"/>
        <p:cNvGrpSpPr/>
        <p:nvPr/>
      </p:nvGrpSpPr>
      <p:grpSpPr>
        <a:xfrm>
          <a:off x="0" y="0"/>
          <a:ext cx="0" cy="0"/>
          <a:chOff x="0" y="0"/>
          <a:chExt cx="0" cy="0"/>
        </a:xfrm>
      </p:grpSpPr>
      <p:grpSp>
        <p:nvGrpSpPr>
          <p:cNvPr id="17" name="Google Shape;17;p11"/>
          <p:cNvGrpSpPr/>
          <p:nvPr/>
        </p:nvGrpSpPr>
        <p:grpSpPr>
          <a:xfrm>
            <a:off x="-16934" y="0"/>
            <a:ext cx="12231160" cy="6856214"/>
            <a:chOff x="-16934" y="0"/>
            <a:chExt cx="12231160" cy="6856214"/>
          </a:xfrm>
        </p:grpSpPr>
        <p:pic>
          <p:nvPicPr>
            <p:cNvPr id="18" name="Google Shape;18;p11" descr="HD-PanelTitleR1.png"/>
            <p:cNvPicPr preferRelativeResize="0"/>
            <p:nvPr/>
          </p:nvPicPr>
          <p:blipFill rotWithShape="1">
            <a:blip r:embed="rId2">
              <a:alphaModFix/>
            </a:blip>
            <a:srcRect/>
            <a:stretch/>
          </p:blipFill>
          <p:spPr>
            <a:xfrm>
              <a:off x="0" y="0"/>
              <a:ext cx="12188825" cy="6856214"/>
            </a:xfrm>
            <a:prstGeom prst="rect">
              <a:avLst/>
            </a:prstGeom>
            <a:noFill/>
            <a:ln>
              <a:noFill/>
            </a:ln>
          </p:spPr>
        </p:pic>
        <p:sp>
          <p:nvSpPr>
            <p:cNvPr id="19" name="Google Shape;19;p11"/>
            <p:cNvSpPr/>
            <p:nvPr/>
          </p:nvSpPr>
          <p:spPr>
            <a:xfrm>
              <a:off x="2328332" y="1540931"/>
              <a:ext cx="7543802" cy="3835401"/>
            </a:xfrm>
            <a:prstGeom prst="rect">
              <a:avLst/>
            </a:prstGeom>
            <a:noFill/>
            <a:ln w="15875" cap="flat" cmpd="sng">
              <a:solidFill>
                <a:schemeClr val="accen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20" name="Google Shape;20;p11" descr="HDRibbonTitle-UniformTrim.png"/>
            <p:cNvPicPr preferRelativeResize="0"/>
            <p:nvPr/>
          </p:nvPicPr>
          <p:blipFill rotWithShape="1">
            <a:blip r:embed="rId3">
              <a:alphaModFix/>
            </a:blip>
            <a:srcRect/>
            <a:stretch/>
          </p:blipFill>
          <p:spPr>
            <a:xfrm>
              <a:off x="-16934" y="3147609"/>
              <a:ext cx="2478024" cy="612648"/>
            </a:xfrm>
            <a:prstGeom prst="rect">
              <a:avLst/>
            </a:prstGeom>
            <a:noFill/>
            <a:ln>
              <a:noFill/>
            </a:ln>
          </p:spPr>
        </p:pic>
        <p:pic>
          <p:nvPicPr>
            <p:cNvPr id="21" name="Google Shape;21;p11" descr="HDRibbonTitle-UniformTrim.png"/>
            <p:cNvPicPr preferRelativeResize="0"/>
            <p:nvPr/>
          </p:nvPicPr>
          <p:blipFill rotWithShape="1">
            <a:blip r:embed="rId3">
              <a:alphaModFix/>
            </a:blip>
            <a:srcRect/>
            <a:stretch/>
          </p:blipFill>
          <p:spPr>
            <a:xfrm>
              <a:off x="9736202" y="3147609"/>
              <a:ext cx="2478024" cy="612648"/>
            </a:xfrm>
            <a:prstGeom prst="rect">
              <a:avLst/>
            </a:prstGeom>
            <a:noFill/>
            <a:ln>
              <a:noFill/>
            </a:ln>
          </p:spPr>
        </p:pic>
      </p:grpSp>
      <p:sp>
        <p:nvSpPr>
          <p:cNvPr id="22" name="Google Shape;22;p11"/>
          <p:cNvSpPr txBox="1">
            <a:spLocks noGrp="1"/>
          </p:cNvSpPr>
          <p:nvPr>
            <p:ph type="ctrTitle"/>
          </p:nvPr>
        </p:nvSpPr>
        <p:spPr>
          <a:xfrm>
            <a:off x="2692398" y="1871131"/>
            <a:ext cx="6815669" cy="1515533"/>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Clr>
                <a:srgbClr val="262626"/>
              </a:buClr>
              <a:buSzPts val="5400"/>
              <a:buFont typeface="Garamond"/>
              <a:buNone/>
              <a:defRPr sz="5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11"/>
          <p:cNvSpPr txBox="1">
            <a:spLocks noGrp="1"/>
          </p:cNvSpPr>
          <p:nvPr>
            <p:ph type="subTitle" idx="1"/>
          </p:nvPr>
        </p:nvSpPr>
        <p:spPr>
          <a:xfrm>
            <a:off x="2692398" y="3657597"/>
            <a:ext cx="6815669" cy="1320802"/>
          </a:xfrm>
          <a:prstGeom prst="rect">
            <a:avLst/>
          </a:prstGeom>
          <a:noFill/>
          <a:ln>
            <a:noFill/>
          </a:ln>
        </p:spPr>
        <p:txBody>
          <a:bodyPr spcFirstLastPara="1" wrap="square" lIns="91425" tIns="45700" rIns="91425" bIns="45700" anchor="t" anchorCtr="0">
            <a:normAutofit/>
          </a:bodyPr>
          <a:lstStyle>
            <a:lvl1pPr lvl="0" algn="ctr">
              <a:spcBef>
                <a:spcPts val="420"/>
              </a:spcBef>
              <a:spcAft>
                <a:spcPts val="0"/>
              </a:spcAft>
              <a:buSzPts val="2415"/>
              <a:buNone/>
              <a:defRPr sz="2100">
                <a:solidFill>
                  <a:schemeClr val="dk1"/>
                </a:solidFill>
              </a:defRPr>
            </a:lvl1pPr>
            <a:lvl2pPr lvl="1" algn="ctr">
              <a:spcBef>
                <a:spcPts val="600"/>
              </a:spcBef>
              <a:spcAft>
                <a:spcPts val="0"/>
              </a:spcAft>
              <a:buSzPts val="2300"/>
              <a:buNone/>
              <a:defRPr>
                <a:solidFill>
                  <a:srgbClr val="888888"/>
                </a:solidFill>
              </a:defRPr>
            </a:lvl2pPr>
            <a:lvl3pPr lvl="2" algn="ctr">
              <a:spcBef>
                <a:spcPts val="600"/>
              </a:spcBef>
              <a:spcAft>
                <a:spcPts val="0"/>
              </a:spcAft>
              <a:buSzPts val="2070"/>
              <a:buNone/>
              <a:defRPr>
                <a:solidFill>
                  <a:srgbClr val="888888"/>
                </a:solidFill>
              </a:defRPr>
            </a:lvl3pPr>
            <a:lvl4pPr lvl="3" algn="ctr">
              <a:spcBef>
                <a:spcPts val="600"/>
              </a:spcBef>
              <a:spcAft>
                <a:spcPts val="0"/>
              </a:spcAft>
              <a:buSzPts val="1840"/>
              <a:buNone/>
              <a:defRPr>
                <a:solidFill>
                  <a:srgbClr val="888888"/>
                </a:solidFill>
              </a:defRPr>
            </a:lvl4pPr>
            <a:lvl5pPr lvl="4" algn="ctr">
              <a:spcBef>
                <a:spcPts val="600"/>
              </a:spcBef>
              <a:spcAft>
                <a:spcPts val="0"/>
              </a:spcAft>
              <a:buSzPts val="1610"/>
              <a:buNone/>
              <a:defRPr>
                <a:solidFill>
                  <a:srgbClr val="888888"/>
                </a:solidFill>
              </a:defRPr>
            </a:lvl5pPr>
            <a:lvl6pPr lvl="5" algn="ctr">
              <a:spcBef>
                <a:spcPts val="600"/>
              </a:spcBef>
              <a:spcAft>
                <a:spcPts val="0"/>
              </a:spcAft>
              <a:buSzPts val="1610"/>
              <a:buNone/>
              <a:defRPr>
                <a:solidFill>
                  <a:srgbClr val="888888"/>
                </a:solidFill>
              </a:defRPr>
            </a:lvl6pPr>
            <a:lvl7pPr lvl="6" algn="ctr">
              <a:spcBef>
                <a:spcPts val="600"/>
              </a:spcBef>
              <a:spcAft>
                <a:spcPts val="0"/>
              </a:spcAft>
              <a:buSzPts val="1610"/>
              <a:buNone/>
              <a:defRPr>
                <a:solidFill>
                  <a:srgbClr val="888888"/>
                </a:solidFill>
              </a:defRPr>
            </a:lvl7pPr>
            <a:lvl8pPr lvl="7" algn="ctr">
              <a:spcBef>
                <a:spcPts val="600"/>
              </a:spcBef>
              <a:spcAft>
                <a:spcPts val="0"/>
              </a:spcAft>
              <a:buSzPts val="1610"/>
              <a:buNone/>
              <a:defRPr>
                <a:solidFill>
                  <a:srgbClr val="888888"/>
                </a:solidFill>
              </a:defRPr>
            </a:lvl8pPr>
            <a:lvl9pPr lvl="8" algn="ctr">
              <a:spcBef>
                <a:spcPts val="600"/>
              </a:spcBef>
              <a:spcAft>
                <a:spcPts val="600"/>
              </a:spcAft>
              <a:buSzPts val="1610"/>
              <a:buNone/>
              <a:defRPr>
                <a:solidFill>
                  <a:srgbClr val="888888"/>
                </a:solidFill>
              </a:defRPr>
            </a:lvl9pPr>
          </a:lstStyle>
          <a:p>
            <a:endParaRPr/>
          </a:p>
        </p:txBody>
      </p:sp>
      <p:sp>
        <p:nvSpPr>
          <p:cNvPr id="24" name="Google Shape;24;p11"/>
          <p:cNvSpPr txBox="1">
            <a:spLocks noGrp="1"/>
          </p:cNvSpPr>
          <p:nvPr>
            <p:ph type="dt" idx="10"/>
          </p:nvPr>
        </p:nvSpPr>
        <p:spPr>
          <a:xfrm>
            <a:off x="7983232" y="5037663"/>
            <a:ext cx="897467"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11"/>
          <p:cNvSpPr txBox="1">
            <a:spLocks noGrp="1"/>
          </p:cNvSpPr>
          <p:nvPr>
            <p:ph type="ftr" idx="11"/>
          </p:nvPr>
        </p:nvSpPr>
        <p:spPr>
          <a:xfrm>
            <a:off x="2692397" y="5037663"/>
            <a:ext cx="5214635"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11"/>
          <p:cNvSpPr txBox="1">
            <a:spLocks noGrp="1"/>
          </p:cNvSpPr>
          <p:nvPr>
            <p:ph type="sldNum" idx="12"/>
          </p:nvPr>
        </p:nvSpPr>
        <p:spPr>
          <a:xfrm>
            <a:off x="8956900" y="5037663"/>
            <a:ext cx="55116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cxnSp>
        <p:nvCxnSpPr>
          <p:cNvPr id="27" name="Google Shape;27;p11"/>
          <p:cNvCxnSpPr/>
          <p:nvPr/>
        </p:nvCxnSpPr>
        <p:spPr>
          <a:xfrm>
            <a:off x="2692399" y="3522131"/>
            <a:ext cx="681566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8"/>
        <p:cNvGrpSpPr/>
        <p:nvPr/>
      </p:nvGrpSpPr>
      <p:grpSpPr>
        <a:xfrm>
          <a:off x="0" y="0"/>
          <a:ext cx="0" cy="0"/>
          <a:chOff x="0" y="0"/>
          <a:chExt cx="0" cy="0"/>
        </a:xfrm>
      </p:grpSpPr>
      <p:cxnSp>
        <p:nvCxnSpPr>
          <p:cNvPr id="29" name="Google Shape;29;p12"/>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
        <p:nvSpPr>
          <p:cNvPr id="30" name="Google Shape;30;p12"/>
          <p:cNvSpPr txBox="1">
            <a:spLocks noGrp="1"/>
          </p:cNvSpPr>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rgbClr val="262626"/>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12"/>
          <p:cNvSpPr txBox="1">
            <a:spLocks noGrp="1"/>
          </p:cNvSpPr>
          <p:nvPr>
            <p:ph type="body" idx="1"/>
          </p:nvPr>
        </p:nvSpPr>
        <p:spPr>
          <a:xfrm>
            <a:off x="1295401" y="2556932"/>
            <a:ext cx="9601196" cy="3318936"/>
          </a:xfrm>
          <a:prstGeom prst="rect">
            <a:avLst/>
          </a:prstGeom>
          <a:noFill/>
          <a:ln>
            <a:noFill/>
          </a:ln>
        </p:spPr>
        <p:txBody>
          <a:bodyPr spcFirstLastPara="1" wrap="square" lIns="91425" tIns="45700" rIns="91425" bIns="45700" anchor="t" anchorCtr="0">
            <a:normAutofit/>
          </a:bodyPr>
          <a:lstStyle>
            <a:lvl1pPr marL="457200" lvl="0" indent="-360045" algn="l">
              <a:spcBef>
                <a:spcPts val="360"/>
              </a:spcBef>
              <a:spcAft>
                <a:spcPts val="0"/>
              </a:spcAft>
              <a:buSzPts val="2070"/>
              <a:buChar char="•"/>
              <a:defRPr/>
            </a:lvl1pPr>
            <a:lvl2pPr marL="914400" lvl="1" indent="-360044" algn="l">
              <a:spcBef>
                <a:spcPts val="600"/>
              </a:spcBef>
              <a:spcAft>
                <a:spcPts val="0"/>
              </a:spcAft>
              <a:buSzPts val="2070"/>
              <a:buChar char="•"/>
              <a:defRPr/>
            </a:lvl2pPr>
            <a:lvl3pPr marL="1371600" lvl="2" indent="-360044" algn="l">
              <a:spcBef>
                <a:spcPts val="600"/>
              </a:spcBef>
              <a:spcAft>
                <a:spcPts val="0"/>
              </a:spcAft>
              <a:buSzPts val="2070"/>
              <a:buChar char="•"/>
              <a:defRPr/>
            </a:lvl3pPr>
            <a:lvl4pPr marL="1828800" lvl="3" indent="-360044" algn="l">
              <a:spcBef>
                <a:spcPts val="600"/>
              </a:spcBef>
              <a:spcAft>
                <a:spcPts val="0"/>
              </a:spcAft>
              <a:buSzPts val="2070"/>
              <a:buChar char="•"/>
              <a:defRPr/>
            </a:lvl4pPr>
            <a:lvl5pPr marL="2286000" lvl="4" indent="-360045" algn="l">
              <a:spcBef>
                <a:spcPts val="600"/>
              </a:spcBef>
              <a:spcAft>
                <a:spcPts val="0"/>
              </a:spcAft>
              <a:buSzPts val="2070"/>
              <a:buChar char="•"/>
              <a:defRPr/>
            </a:lvl5pPr>
            <a:lvl6pPr marL="2743200" lvl="5" indent="-360045" algn="l">
              <a:spcBef>
                <a:spcPts val="600"/>
              </a:spcBef>
              <a:spcAft>
                <a:spcPts val="0"/>
              </a:spcAft>
              <a:buSzPts val="2070"/>
              <a:buChar char="•"/>
              <a:defRPr/>
            </a:lvl6pPr>
            <a:lvl7pPr marL="3200400" lvl="6" indent="-360045" algn="l">
              <a:spcBef>
                <a:spcPts val="600"/>
              </a:spcBef>
              <a:spcAft>
                <a:spcPts val="0"/>
              </a:spcAft>
              <a:buSzPts val="2070"/>
              <a:buChar char="•"/>
              <a:defRPr/>
            </a:lvl7pPr>
            <a:lvl8pPr marL="3657600" lvl="7" indent="-360045" algn="l">
              <a:spcBef>
                <a:spcPts val="600"/>
              </a:spcBef>
              <a:spcAft>
                <a:spcPts val="0"/>
              </a:spcAft>
              <a:buSzPts val="2070"/>
              <a:buChar char="•"/>
              <a:defRPr/>
            </a:lvl8pPr>
            <a:lvl9pPr marL="4114800" lvl="8" indent="-360045" algn="l">
              <a:spcBef>
                <a:spcPts val="600"/>
              </a:spcBef>
              <a:spcAft>
                <a:spcPts val="600"/>
              </a:spcAft>
              <a:buSzPts val="2070"/>
              <a:buChar char="•"/>
              <a:defRPr/>
            </a:lvl9pPr>
          </a:lstStyle>
          <a:p>
            <a:endParaRPr/>
          </a:p>
        </p:txBody>
      </p:sp>
      <p:sp>
        <p:nvSpPr>
          <p:cNvPr id="32" name="Google Shape;32;p12"/>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12"/>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12"/>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5"/>
        <p:cNvGrpSpPr/>
        <p:nvPr/>
      </p:nvGrpSpPr>
      <p:grpSpPr>
        <a:xfrm>
          <a:off x="0" y="0"/>
          <a:ext cx="0" cy="0"/>
          <a:chOff x="0" y="0"/>
          <a:chExt cx="0" cy="0"/>
        </a:xfrm>
      </p:grpSpPr>
      <p:sp>
        <p:nvSpPr>
          <p:cNvPr id="36" name="Google Shape;36;p13"/>
          <p:cNvSpPr txBox="1">
            <a:spLocks noGrp="1"/>
          </p:cNvSpPr>
          <p:nvPr>
            <p:ph type="title"/>
          </p:nvPr>
        </p:nvSpPr>
        <p:spPr>
          <a:xfrm>
            <a:off x="2015069" y="1752606"/>
            <a:ext cx="8158688" cy="1822514"/>
          </a:xfrm>
          <a:prstGeom prst="rect">
            <a:avLst/>
          </a:prstGeom>
          <a:noFill/>
          <a:ln>
            <a:noFill/>
          </a:ln>
        </p:spPr>
        <p:txBody>
          <a:bodyPr spcFirstLastPara="1" wrap="square" lIns="91425" tIns="45700" rIns="91425" bIns="45700" anchor="b" anchorCtr="0">
            <a:normAutofit/>
          </a:bodyPr>
          <a:lstStyle>
            <a:lvl1pPr lvl="0" algn="ctr">
              <a:spcBef>
                <a:spcPts val="0"/>
              </a:spcBef>
              <a:spcAft>
                <a:spcPts val="0"/>
              </a:spcAft>
              <a:buClr>
                <a:srgbClr val="262626"/>
              </a:buClr>
              <a:buSzPts val="4400"/>
              <a:buFont typeface="Garamond"/>
              <a:buNone/>
              <a:defRPr sz="4400" b="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7" name="Google Shape;37;p13"/>
          <p:cNvSpPr txBox="1">
            <a:spLocks noGrp="1"/>
          </p:cNvSpPr>
          <p:nvPr>
            <p:ph type="body" idx="1"/>
          </p:nvPr>
        </p:nvSpPr>
        <p:spPr>
          <a:xfrm>
            <a:off x="2015067" y="3846051"/>
            <a:ext cx="8158690" cy="954547"/>
          </a:xfrm>
          <a:prstGeom prst="rect">
            <a:avLst/>
          </a:prstGeom>
          <a:noFill/>
          <a:ln>
            <a:noFill/>
          </a:ln>
        </p:spPr>
        <p:txBody>
          <a:bodyPr spcFirstLastPara="1" wrap="square" lIns="91425" tIns="45700" rIns="91425" bIns="45700" anchor="t" anchorCtr="0">
            <a:normAutofit/>
          </a:bodyPr>
          <a:lstStyle>
            <a:lvl1pPr marL="457200" lvl="0" indent="-228600" algn="ctr">
              <a:spcBef>
                <a:spcPts val="480"/>
              </a:spcBef>
              <a:spcAft>
                <a:spcPts val="0"/>
              </a:spcAft>
              <a:buSzPts val="2760"/>
              <a:buNone/>
              <a:defRPr sz="2400">
                <a:solidFill>
                  <a:schemeClr val="dk1"/>
                </a:solidFill>
              </a:defRPr>
            </a:lvl1pPr>
            <a:lvl2pPr marL="914400" lvl="1" indent="-228600" algn="l">
              <a:spcBef>
                <a:spcPts val="600"/>
              </a:spcBef>
              <a:spcAft>
                <a:spcPts val="0"/>
              </a:spcAft>
              <a:buSzPts val="2070"/>
              <a:buNone/>
              <a:defRPr sz="1800">
                <a:solidFill>
                  <a:srgbClr val="888888"/>
                </a:solidFill>
              </a:defRPr>
            </a:lvl2pPr>
            <a:lvl3pPr marL="1371600" lvl="2" indent="-228600" algn="l">
              <a:spcBef>
                <a:spcPts val="600"/>
              </a:spcBef>
              <a:spcAft>
                <a:spcPts val="0"/>
              </a:spcAft>
              <a:buSzPts val="1840"/>
              <a:buNone/>
              <a:defRPr sz="1600">
                <a:solidFill>
                  <a:srgbClr val="888888"/>
                </a:solidFill>
              </a:defRPr>
            </a:lvl3pPr>
            <a:lvl4pPr marL="1828800" lvl="3" indent="-228600" algn="l">
              <a:spcBef>
                <a:spcPts val="600"/>
              </a:spcBef>
              <a:spcAft>
                <a:spcPts val="0"/>
              </a:spcAft>
              <a:buSzPts val="1610"/>
              <a:buNone/>
              <a:defRPr sz="1400">
                <a:solidFill>
                  <a:srgbClr val="888888"/>
                </a:solidFill>
              </a:defRPr>
            </a:lvl4pPr>
            <a:lvl5pPr marL="2286000" lvl="4" indent="-228600" algn="l">
              <a:spcBef>
                <a:spcPts val="600"/>
              </a:spcBef>
              <a:spcAft>
                <a:spcPts val="0"/>
              </a:spcAft>
              <a:buSzPts val="1610"/>
              <a:buNone/>
              <a:defRPr sz="1400">
                <a:solidFill>
                  <a:srgbClr val="888888"/>
                </a:solidFill>
              </a:defRPr>
            </a:lvl5pPr>
            <a:lvl6pPr marL="2743200" lvl="5" indent="-228600" algn="l">
              <a:spcBef>
                <a:spcPts val="600"/>
              </a:spcBef>
              <a:spcAft>
                <a:spcPts val="0"/>
              </a:spcAft>
              <a:buSzPts val="1610"/>
              <a:buNone/>
              <a:defRPr sz="1400">
                <a:solidFill>
                  <a:srgbClr val="888888"/>
                </a:solidFill>
              </a:defRPr>
            </a:lvl6pPr>
            <a:lvl7pPr marL="3200400" lvl="6" indent="-228600" algn="l">
              <a:spcBef>
                <a:spcPts val="600"/>
              </a:spcBef>
              <a:spcAft>
                <a:spcPts val="0"/>
              </a:spcAft>
              <a:buSzPts val="1610"/>
              <a:buNone/>
              <a:defRPr sz="1400">
                <a:solidFill>
                  <a:srgbClr val="888888"/>
                </a:solidFill>
              </a:defRPr>
            </a:lvl7pPr>
            <a:lvl8pPr marL="3657600" lvl="7" indent="-228600" algn="l">
              <a:spcBef>
                <a:spcPts val="600"/>
              </a:spcBef>
              <a:spcAft>
                <a:spcPts val="0"/>
              </a:spcAft>
              <a:buSzPts val="1610"/>
              <a:buNone/>
              <a:defRPr sz="1400">
                <a:solidFill>
                  <a:srgbClr val="888888"/>
                </a:solidFill>
              </a:defRPr>
            </a:lvl8pPr>
            <a:lvl9pPr marL="4114800" lvl="8" indent="-228600" algn="l">
              <a:spcBef>
                <a:spcPts val="600"/>
              </a:spcBef>
              <a:spcAft>
                <a:spcPts val="600"/>
              </a:spcAft>
              <a:buSzPts val="1610"/>
              <a:buNone/>
              <a:defRPr sz="1400">
                <a:solidFill>
                  <a:srgbClr val="888888"/>
                </a:solidFill>
              </a:defRPr>
            </a:lvl9pPr>
          </a:lstStyle>
          <a:p>
            <a:endParaRPr/>
          </a:p>
        </p:txBody>
      </p:sp>
      <p:sp>
        <p:nvSpPr>
          <p:cNvPr id="38" name="Google Shape;38;p13"/>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13"/>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13"/>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cxnSp>
        <p:nvCxnSpPr>
          <p:cNvPr id="41" name="Google Shape;41;p13"/>
          <p:cNvCxnSpPr/>
          <p:nvPr/>
        </p:nvCxnSpPr>
        <p:spPr>
          <a:xfrm>
            <a:off x="2012723" y="3710585"/>
            <a:ext cx="8163380"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42"/>
        <p:cNvGrpSpPr/>
        <p:nvPr/>
      </p:nvGrpSpPr>
      <p:grpSpPr>
        <a:xfrm>
          <a:off x="0" y="0"/>
          <a:ext cx="0" cy="0"/>
          <a:chOff x="0" y="0"/>
          <a:chExt cx="0" cy="0"/>
        </a:xfrm>
      </p:grpSpPr>
      <p:cxnSp>
        <p:nvCxnSpPr>
          <p:cNvPr id="43" name="Google Shape;43;p14"/>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
        <p:nvSpPr>
          <p:cNvPr id="44" name="Google Shape;44;p14"/>
          <p:cNvSpPr txBox="1">
            <a:spLocks noGrp="1"/>
          </p:cNvSpPr>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rgbClr val="262626"/>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5" name="Google Shape;45;p14"/>
          <p:cNvSpPr txBox="1">
            <a:spLocks noGrp="1"/>
          </p:cNvSpPr>
          <p:nvPr>
            <p:ph type="body" idx="1"/>
          </p:nvPr>
        </p:nvSpPr>
        <p:spPr>
          <a:xfrm>
            <a:off x="1298448" y="2560320"/>
            <a:ext cx="4718304" cy="3310128"/>
          </a:xfrm>
          <a:prstGeom prst="rect">
            <a:avLst/>
          </a:prstGeom>
          <a:noFill/>
          <a:ln>
            <a:noFill/>
          </a:ln>
        </p:spPr>
        <p:txBody>
          <a:bodyPr spcFirstLastPara="1" wrap="square" lIns="91425" tIns="45700" rIns="91425" bIns="45700" anchor="t" anchorCtr="0">
            <a:normAutofit/>
          </a:bodyPr>
          <a:lstStyle>
            <a:lvl1pPr marL="457200" lvl="0" indent="-360045" algn="l">
              <a:spcBef>
                <a:spcPts val="360"/>
              </a:spcBef>
              <a:spcAft>
                <a:spcPts val="0"/>
              </a:spcAft>
              <a:buSzPts val="2070"/>
              <a:buChar char="•"/>
              <a:defRPr/>
            </a:lvl1pPr>
            <a:lvl2pPr marL="914400" lvl="1" indent="-360044" algn="l">
              <a:spcBef>
                <a:spcPts val="600"/>
              </a:spcBef>
              <a:spcAft>
                <a:spcPts val="0"/>
              </a:spcAft>
              <a:buSzPts val="2070"/>
              <a:buChar char="•"/>
              <a:defRPr/>
            </a:lvl2pPr>
            <a:lvl3pPr marL="1371600" lvl="2" indent="-360044" algn="l">
              <a:spcBef>
                <a:spcPts val="600"/>
              </a:spcBef>
              <a:spcAft>
                <a:spcPts val="0"/>
              </a:spcAft>
              <a:buSzPts val="2070"/>
              <a:buChar char="•"/>
              <a:defRPr/>
            </a:lvl3pPr>
            <a:lvl4pPr marL="1828800" lvl="3" indent="-360044" algn="l">
              <a:spcBef>
                <a:spcPts val="600"/>
              </a:spcBef>
              <a:spcAft>
                <a:spcPts val="0"/>
              </a:spcAft>
              <a:buSzPts val="2070"/>
              <a:buChar char="•"/>
              <a:defRPr/>
            </a:lvl4pPr>
            <a:lvl5pPr marL="2286000" lvl="4" indent="-360045" algn="l">
              <a:spcBef>
                <a:spcPts val="600"/>
              </a:spcBef>
              <a:spcAft>
                <a:spcPts val="0"/>
              </a:spcAft>
              <a:buSzPts val="2070"/>
              <a:buChar char="•"/>
              <a:defRPr/>
            </a:lvl5pPr>
            <a:lvl6pPr marL="2743200" lvl="5" indent="-360045" algn="l">
              <a:spcBef>
                <a:spcPts val="600"/>
              </a:spcBef>
              <a:spcAft>
                <a:spcPts val="0"/>
              </a:spcAft>
              <a:buSzPts val="2070"/>
              <a:buChar char="•"/>
              <a:defRPr/>
            </a:lvl6pPr>
            <a:lvl7pPr marL="3200400" lvl="6" indent="-360045" algn="l">
              <a:spcBef>
                <a:spcPts val="600"/>
              </a:spcBef>
              <a:spcAft>
                <a:spcPts val="0"/>
              </a:spcAft>
              <a:buSzPts val="2070"/>
              <a:buChar char="•"/>
              <a:defRPr/>
            </a:lvl7pPr>
            <a:lvl8pPr marL="3657600" lvl="7" indent="-360045" algn="l">
              <a:spcBef>
                <a:spcPts val="600"/>
              </a:spcBef>
              <a:spcAft>
                <a:spcPts val="0"/>
              </a:spcAft>
              <a:buSzPts val="2070"/>
              <a:buChar char="•"/>
              <a:defRPr/>
            </a:lvl8pPr>
            <a:lvl9pPr marL="4114800" lvl="8" indent="-360045" algn="l">
              <a:spcBef>
                <a:spcPts val="600"/>
              </a:spcBef>
              <a:spcAft>
                <a:spcPts val="600"/>
              </a:spcAft>
              <a:buSzPts val="2070"/>
              <a:buChar char="•"/>
              <a:defRPr/>
            </a:lvl9pPr>
          </a:lstStyle>
          <a:p>
            <a:endParaRPr/>
          </a:p>
        </p:txBody>
      </p:sp>
      <p:sp>
        <p:nvSpPr>
          <p:cNvPr id="46" name="Google Shape;46;p14"/>
          <p:cNvSpPr txBox="1">
            <a:spLocks noGrp="1"/>
          </p:cNvSpPr>
          <p:nvPr>
            <p:ph type="body" idx="2"/>
          </p:nvPr>
        </p:nvSpPr>
        <p:spPr>
          <a:xfrm>
            <a:off x="6181344" y="2560320"/>
            <a:ext cx="4718304" cy="3310128"/>
          </a:xfrm>
          <a:prstGeom prst="rect">
            <a:avLst/>
          </a:prstGeom>
          <a:noFill/>
          <a:ln>
            <a:noFill/>
          </a:ln>
        </p:spPr>
        <p:txBody>
          <a:bodyPr spcFirstLastPara="1" wrap="square" lIns="91425" tIns="45700" rIns="91425" bIns="45700" anchor="t" anchorCtr="0">
            <a:normAutofit/>
          </a:bodyPr>
          <a:lstStyle>
            <a:lvl1pPr marL="457200" lvl="0" indent="-360045" algn="l">
              <a:spcBef>
                <a:spcPts val="360"/>
              </a:spcBef>
              <a:spcAft>
                <a:spcPts val="0"/>
              </a:spcAft>
              <a:buSzPts val="2070"/>
              <a:buChar char="•"/>
              <a:defRPr/>
            </a:lvl1pPr>
            <a:lvl2pPr marL="914400" lvl="1" indent="-360044" algn="l">
              <a:spcBef>
                <a:spcPts val="600"/>
              </a:spcBef>
              <a:spcAft>
                <a:spcPts val="0"/>
              </a:spcAft>
              <a:buSzPts val="2070"/>
              <a:buChar char="•"/>
              <a:defRPr/>
            </a:lvl2pPr>
            <a:lvl3pPr marL="1371600" lvl="2" indent="-360044" algn="l">
              <a:spcBef>
                <a:spcPts val="600"/>
              </a:spcBef>
              <a:spcAft>
                <a:spcPts val="0"/>
              </a:spcAft>
              <a:buSzPts val="2070"/>
              <a:buChar char="•"/>
              <a:defRPr/>
            </a:lvl3pPr>
            <a:lvl4pPr marL="1828800" lvl="3" indent="-360044" algn="l">
              <a:spcBef>
                <a:spcPts val="600"/>
              </a:spcBef>
              <a:spcAft>
                <a:spcPts val="0"/>
              </a:spcAft>
              <a:buSzPts val="2070"/>
              <a:buChar char="•"/>
              <a:defRPr/>
            </a:lvl4pPr>
            <a:lvl5pPr marL="2286000" lvl="4" indent="-360045" algn="l">
              <a:spcBef>
                <a:spcPts val="600"/>
              </a:spcBef>
              <a:spcAft>
                <a:spcPts val="0"/>
              </a:spcAft>
              <a:buSzPts val="2070"/>
              <a:buChar char="•"/>
              <a:defRPr/>
            </a:lvl5pPr>
            <a:lvl6pPr marL="2743200" lvl="5" indent="-360045" algn="l">
              <a:spcBef>
                <a:spcPts val="600"/>
              </a:spcBef>
              <a:spcAft>
                <a:spcPts val="0"/>
              </a:spcAft>
              <a:buSzPts val="2070"/>
              <a:buChar char="•"/>
              <a:defRPr/>
            </a:lvl6pPr>
            <a:lvl7pPr marL="3200400" lvl="6" indent="-360045" algn="l">
              <a:spcBef>
                <a:spcPts val="600"/>
              </a:spcBef>
              <a:spcAft>
                <a:spcPts val="0"/>
              </a:spcAft>
              <a:buSzPts val="2070"/>
              <a:buChar char="•"/>
              <a:defRPr/>
            </a:lvl7pPr>
            <a:lvl8pPr marL="3657600" lvl="7" indent="-360045" algn="l">
              <a:spcBef>
                <a:spcPts val="600"/>
              </a:spcBef>
              <a:spcAft>
                <a:spcPts val="0"/>
              </a:spcAft>
              <a:buSzPts val="2070"/>
              <a:buChar char="•"/>
              <a:defRPr/>
            </a:lvl8pPr>
            <a:lvl9pPr marL="4114800" lvl="8" indent="-360045" algn="l">
              <a:spcBef>
                <a:spcPts val="600"/>
              </a:spcBef>
              <a:spcAft>
                <a:spcPts val="600"/>
              </a:spcAft>
              <a:buSzPts val="2070"/>
              <a:buChar char="•"/>
              <a:defRPr/>
            </a:lvl9pPr>
          </a:lstStyle>
          <a:p>
            <a:endParaRPr/>
          </a:p>
        </p:txBody>
      </p:sp>
      <p:sp>
        <p:nvSpPr>
          <p:cNvPr id="47" name="Google Shape;47;p14"/>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14"/>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14"/>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50"/>
        <p:cNvGrpSpPr/>
        <p:nvPr/>
      </p:nvGrpSpPr>
      <p:grpSpPr>
        <a:xfrm>
          <a:off x="0" y="0"/>
          <a:ext cx="0" cy="0"/>
          <a:chOff x="0" y="0"/>
          <a:chExt cx="0" cy="0"/>
        </a:xfrm>
      </p:grpSpPr>
      <p:sp>
        <p:nvSpPr>
          <p:cNvPr id="51" name="Google Shape;51;p15"/>
          <p:cNvSpPr txBox="1">
            <a:spLocks noGrp="1"/>
          </p:cNvSpPr>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rgbClr val="262626"/>
              </a:buClr>
              <a:buSzPts val="4400"/>
              <a:buFont typeface="Garamond"/>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15"/>
          <p:cNvSpPr txBox="1">
            <a:spLocks noGrp="1"/>
          </p:cNvSpPr>
          <p:nvPr>
            <p:ph type="body" idx="1"/>
          </p:nvPr>
        </p:nvSpPr>
        <p:spPr>
          <a:xfrm>
            <a:off x="1295400" y="2658533"/>
            <a:ext cx="4718304" cy="576262"/>
          </a:xfrm>
          <a:prstGeom prst="rect">
            <a:avLst/>
          </a:prstGeom>
          <a:noFill/>
          <a:ln>
            <a:noFill/>
          </a:ln>
        </p:spPr>
        <p:txBody>
          <a:bodyPr spcFirstLastPara="1" wrap="square" lIns="91425" tIns="45700" rIns="91425" bIns="45700" anchor="b" anchorCtr="0">
            <a:noAutofit/>
          </a:bodyPr>
          <a:lstStyle>
            <a:lvl1pPr marL="457200" lvl="0" indent="-228600" algn="l">
              <a:spcBef>
                <a:spcPts val="672"/>
              </a:spcBef>
              <a:spcAft>
                <a:spcPts val="0"/>
              </a:spcAft>
              <a:buSzPts val="3220"/>
              <a:buNone/>
              <a:defRPr sz="2800" b="0">
                <a:solidFill>
                  <a:schemeClr val="accent1"/>
                </a:solidFill>
              </a:defRPr>
            </a:lvl1pPr>
            <a:lvl2pPr marL="914400" lvl="1" indent="-228600" algn="l">
              <a:spcBef>
                <a:spcPts val="600"/>
              </a:spcBef>
              <a:spcAft>
                <a:spcPts val="0"/>
              </a:spcAft>
              <a:buSzPts val="2300"/>
              <a:buNone/>
              <a:defRPr sz="2000" b="1"/>
            </a:lvl2pPr>
            <a:lvl3pPr marL="1371600" lvl="2" indent="-228600" algn="l">
              <a:spcBef>
                <a:spcPts val="600"/>
              </a:spcBef>
              <a:spcAft>
                <a:spcPts val="0"/>
              </a:spcAft>
              <a:buSzPts val="2070"/>
              <a:buNone/>
              <a:defRPr sz="1800" b="1"/>
            </a:lvl3pPr>
            <a:lvl4pPr marL="1828800" lvl="3" indent="-228600" algn="l">
              <a:spcBef>
                <a:spcPts val="600"/>
              </a:spcBef>
              <a:spcAft>
                <a:spcPts val="0"/>
              </a:spcAft>
              <a:buSzPts val="1840"/>
              <a:buNone/>
              <a:defRPr sz="1600" b="1"/>
            </a:lvl4pPr>
            <a:lvl5pPr marL="2286000" lvl="4" indent="-228600" algn="l">
              <a:spcBef>
                <a:spcPts val="600"/>
              </a:spcBef>
              <a:spcAft>
                <a:spcPts val="0"/>
              </a:spcAft>
              <a:buSzPts val="1840"/>
              <a:buNone/>
              <a:defRPr sz="1600" b="1"/>
            </a:lvl5pPr>
            <a:lvl6pPr marL="2743200" lvl="5" indent="-228600" algn="l">
              <a:spcBef>
                <a:spcPts val="600"/>
              </a:spcBef>
              <a:spcAft>
                <a:spcPts val="0"/>
              </a:spcAft>
              <a:buSzPts val="1840"/>
              <a:buNone/>
              <a:defRPr sz="1600" b="1"/>
            </a:lvl6pPr>
            <a:lvl7pPr marL="3200400" lvl="6" indent="-228600" algn="l">
              <a:spcBef>
                <a:spcPts val="600"/>
              </a:spcBef>
              <a:spcAft>
                <a:spcPts val="0"/>
              </a:spcAft>
              <a:buSzPts val="1840"/>
              <a:buNone/>
              <a:defRPr sz="1600" b="1"/>
            </a:lvl7pPr>
            <a:lvl8pPr marL="3657600" lvl="7" indent="-228600" algn="l">
              <a:spcBef>
                <a:spcPts val="600"/>
              </a:spcBef>
              <a:spcAft>
                <a:spcPts val="0"/>
              </a:spcAft>
              <a:buSzPts val="1840"/>
              <a:buNone/>
              <a:defRPr sz="1600" b="1"/>
            </a:lvl8pPr>
            <a:lvl9pPr marL="4114800" lvl="8" indent="-228600" algn="l">
              <a:spcBef>
                <a:spcPts val="600"/>
              </a:spcBef>
              <a:spcAft>
                <a:spcPts val="600"/>
              </a:spcAft>
              <a:buSzPts val="1840"/>
              <a:buNone/>
              <a:defRPr sz="1600" b="1"/>
            </a:lvl9pPr>
          </a:lstStyle>
          <a:p>
            <a:endParaRPr/>
          </a:p>
        </p:txBody>
      </p:sp>
      <p:sp>
        <p:nvSpPr>
          <p:cNvPr id="53" name="Google Shape;53;p15"/>
          <p:cNvSpPr txBox="1">
            <a:spLocks noGrp="1"/>
          </p:cNvSpPr>
          <p:nvPr>
            <p:ph type="body" idx="2"/>
          </p:nvPr>
        </p:nvSpPr>
        <p:spPr>
          <a:xfrm>
            <a:off x="1295400" y="3243262"/>
            <a:ext cx="4718304" cy="2632605"/>
          </a:xfrm>
          <a:prstGeom prst="rect">
            <a:avLst/>
          </a:prstGeom>
          <a:noFill/>
          <a:ln>
            <a:noFill/>
          </a:ln>
        </p:spPr>
        <p:txBody>
          <a:bodyPr spcFirstLastPara="1" wrap="square" lIns="91425" tIns="45700" rIns="91425" bIns="45700" anchor="t" anchorCtr="0">
            <a:normAutofit/>
          </a:bodyPr>
          <a:lstStyle>
            <a:lvl1pPr marL="457200" lvl="0" indent="-360045" algn="l">
              <a:spcBef>
                <a:spcPts val="360"/>
              </a:spcBef>
              <a:spcAft>
                <a:spcPts val="0"/>
              </a:spcAft>
              <a:buSzPts val="2070"/>
              <a:buChar char="•"/>
              <a:defRPr/>
            </a:lvl1pPr>
            <a:lvl2pPr marL="914400" lvl="1" indent="-360044" algn="l">
              <a:spcBef>
                <a:spcPts val="600"/>
              </a:spcBef>
              <a:spcAft>
                <a:spcPts val="0"/>
              </a:spcAft>
              <a:buSzPts val="2070"/>
              <a:buChar char="•"/>
              <a:defRPr/>
            </a:lvl2pPr>
            <a:lvl3pPr marL="1371600" lvl="2" indent="-360044" algn="l">
              <a:spcBef>
                <a:spcPts val="600"/>
              </a:spcBef>
              <a:spcAft>
                <a:spcPts val="0"/>
              </a:spcAft>
              <a:buSzPts val="2070"/>
              <a:buChar char="•"/>
              <a:defRPr/>
            </a:lvl3pPr>
            <a:lvl4pPr marL="1828800" lvl="3" indent="-360044" algn="l">
              <a:spcBef>
                <a:spcPts val="600"/>
              </a:spcBef>
              <a:spcAft>
                <a:spcPts val="0"/>
              </a:spcAft>
              <a:buSzPts val="2070"/>
              <a:buChar char="•"/>
              <a:defRPr/>
            </a:lvl4pPr>
            <a:lvl5pPr marL="2286000" lvl="4" indent="-360045" algn="l">
              <a:spcBef>
                <a:spcPts val="600"/>
              </a:spcBef>
              <a:spcAft>
                <a:spcPts val="0"/>
              </a:spcAft>
              <a:buSzPts val="2070"/>
              <a:buChar char="•"/>
              <a:defRPr/>
            </a:lvl5pPr>
            <a:lvl6pPr marL="2743200" lvl="5" indent="-360045" algn="l">
              <a:spcBef>
                <a:spcPts val="600"/>
              </a:spcBef>
              <a:spcAft>
                <a:spcPts val="0"/>
              </a:spcAft>
              <a:buSzPts val="2070"/>
              <a:buChar char="•"/>
              <a:defRPr/>
            </a:lvl6pPr>
            <a:lvl7pPr marL="3200400" lvl="6" indent="-360045" algn="l">
              <a:spcBef>
                <a:spcPts val="600"/>
              </a:spcBef>
              <a:spcAft>
                <a:spcPts val="0"/>
              </a:spcAft>
              <a:buSzPts val="2070"/>
              <a:buChar char="•"/>
              <a:defRPr/>
            </a:lvl7pPr>
            <a:lvl8pPr marL="3657600" lvl="7" indent="-360045" algn="l">
              <a:spcBef>
                <a:spcPts val="600"/>
              </a:spcBef>
              <a:spcAft>
                <a:spcPts val="0"/>
              </a:spcAft>
              <a:buSzPts val="2070"/>
              <a:buChar char="•"/>
              <a:defRPr/>
            </a:lvl8pPr>
            <a:lvl9pPr marL="4114800" lvl="8" indent="-360045" algn="l">
              <a:spcBef>
                <a:spcPts val="600"/>
              </a:spcBef>
              <a:spcAft>
                <a:spcPts val="600"/>
              </a:spcAft>
              <a:buSzPts val="2070"/>
              <a:buChar char="•"/>
              <a:defRPr/>
            </a:lvl9pPr>
          </a:lstStyle>
          <a:p>
            <a:endParaRPr/>
          </a:p>
        </p:txBody>
      </p:sp>
      <p:sp>
        <p:nvSpPr>
          <p:cNvPr id="54" name="Google Shape;54;p15"/>
          <p:cNvSpPr txBox="1">
            <a:spLocks noGrp="1"/>
          </p:cNvSpPr>
          <p:nvPr>
            <p:ph type="body" idx="3"/>
          </p:nvPr>
        </p:nvSpPr>
        <p:spPr>
          <a:xfrm>
            <a:off x="6180670" y="2658533"/>
            <a:ext cx="4718304" cy="576262"/>
          </a:xfrm>
          <a:prstGeom prst="rect">
            <a:avLst/>
          </a:prstGeom>
          <a:noFill/>
          <a:ln>
            <a:noFill/>
          </a:ln>
        </p:spPr>
        <p:txBody>
          <a:bodyPr spcFirstLastPara="1" wrap="square" lIns="91425" tIns="45700" rIns="91425" bIns="45700" anchor="b" anchorCtr="0">
            <a:noAutofit/>
          </a:bodyPr>
          <a:lstStyle>
            <a:lvl1pPr marL="457200" lvl="0" indent="-228600" algn="l">
              <a:spcBef>
                <a:spcPts val="672"/>
              </a:spcBef>
              <a:spcAft>
                <a:spcPts val="0"/>
              </a:spcAft>
              <a:buSzPts val="3220"/>
              <a:buNone/>
              <a:defRPr sz="2800" b="0">
                <a:solidFill>
                  <a:schemeClr val="accent1"/>
                </a:solidFill>
              </a:defRPr>
            </a:lvl1pPr>
            <a:lvl2pPr marL="914400" lvl="1" indent="-228600" algn="l">
              <a:spcBef>
                <a:spcPts val="600"/>
              </a:spcBef>
              <a:spcAft>
                <a:spcPts val="0"/>
              </a:spcAft>
              <a:buSzPts val="2300"/>
              <a:buNone/>
              <a:defRPr sz="2000" b="1"/>
            </a:lvl2pPr>
            <a:lvl3pPr marL="1371600" lvl="2" indent="-228600" algn="l">
              <a:spcBef>
                <a:spcPts val="600"/>
              </a:spcBef>
              <a:spcAft>
                <a:spcPts val="0"/>
              </a:spcAft>
              <a:buSzPts val="2070"/>
              <a:buNone/>
              <a:defRPr sz="1800" b="1"/>
            </a:lvl3pPr>
            <a:lvl4pPr marL="1828800" lvl="3" indent="-228600" algn="l">
              <a:spcBef>
                <a:spcPts val="600"/>
              </a:spcBef>
              <a:spcAft>
                <a:spcPts val="0"/>
              </a:spcAft>
              <a:buSzPts val="1840"/>
              <a:buNone/>
              <a:defRPr sz="1600" b="1"/>
            </a:lvl4pPr>
            <a:lvl5pPr marL="2286000" lvl="4" indent="-228600" algn="l">
              <a:spcBef>
                <a:spcPts val="600"/>
              </a:spcBef>
              <a:spcAft>
                <a:spcPts val="0"/>
              </a:spcAft>
              <a:buSzPts val="1840"/>
              <a:buNone/>
              <a:defRPr sz="1600" b="1"/>
            </a:lvl5pPr>
            <a:lvl6pPr marL="2743200" lvl="5" indent="-228600" algn="l">
              <a:spcBef>
                <a:spcPts val="600"/>
              </a:spcBef>
              <a:spcAft>
                <a:spcPts val="0"/>
              </a:spcAft>
              <a:buSzPts val="1840"/>
              <a:buNone/>
              <a:defRPr sz="1600" b="1"/>
            </a:lvl6pPr>
            <a:lvl7pPr marL="3200400" lvl="6" indent="-228600" algn="l">
              <a:spcBef>
                <a:spcPts val="600"/>
              </a:spcBef>
              <a:spcAft>
                <a:spcPts val="0"/>
              </a:spcAft>
              <a:buSzPts val="1840"/>
              <a:buNone/>
              <a:defRPr sz="1600" b="1"/>
            </a:lvl7pPr>
            <a:lvl8pPr marL="3657600" lvl="7" indent="-228600" algn="l">
              <a:spcBef>
                <a:spcPts val="600"/>
              </a:spcBef>
              <a:spcAft>
                <a:spcPts val="0"/>
              </a:spcAft>
              <a:buSzPts val="1840"/>
              <a:buNone/>
              <a:defRPr sz="1600" b="1"/>
            </a:lvl8pPr>
            <a:lvl9pPr marL="4114800" lvl="8" indent="-228600" algn="l">
              <a:spcBef>
                <a:spcPts val="600"/>
              </a:spcBef>
              <a:spcAft>
                <a:spcPts val="600"/>
              </a:spcAft>
              <a:buSzPts val="1840"/>
              <a:buNone/>
              <a:defRPr sz="1600" b="1"/>
            </a:lvl9pPr>
          </a:lstStyle>
          <a:p>
            <a:endParaRPr/>
          </a:p>
        </p:txBody>
      </p:sp>
      <p:sp>
        <p:nvSpPr>
          <p:cNvPr id="55" name="Google Shape;55;p15"/>
          <p:cNvSpPr txBox="1">
            <a:spLocks noGrp="1"/>
          </p:cNvSpPr>
          <p:nvPr>
            <p:ph type="body" idx="4"/>
          </p:nvPr>
        </p:nvSpPr>
        <p:spPr>
          <a:xfrm>
            <a:off x="6180670" y="3243262"/>
            <a:ext cx="4718304" cy="2632605"/>
          </a:xfrm>
          <a:prstGeom prst="rect">
            <a:avLst/>
          </a:prstGeom>
          <a:noFill/>
          <a:ln>
            <a:noFill/>
          </a:ln>
        </p:spPr>
        <p:txBody>
          <a:bodyPr spcFirstLastPara="1" wrap="square" lIns="91425" tIns="45700" rIns="91425" bIns="45700" anchor="t" anchorCtr="0">
            <a:normAutofit/>
          </a:bodyPr>
          <a:lstStyle>
            <a:lvl1pPr marL="457200" lvl="0" indent="-360045" algn="l">
              <a:spcBef>
                <a:spcPts val="360"/>
              </a:spcBef>
              <a:spcAft>
                <a:spcPts val="0"/>
              </a:spcAft>
              <a:buSzPts val="2070"/>
              <a:buChar char="•"/>
              <a:defRPr/>
            </a:lvl1pPr>
            <a:lvl2pPr marL="914400" lvl="1" indent="-360044" algn="l">
              <a:spcBef>
                <a:spcPts val="600"/>
              </a:spcBef>
              <a:spcAft>
                <a:spcPts val="0"/>
              </a:spcAft>
              <a:buSzPts val="2070"/>
              <a:buChar char="•"/>
              <a:defRPr/>
            </a:lvl2pPr>
            <a:lvl3pPr marL="1371600" lvl="2" indent="-360044" algn="l">
              <a:spcBef>
                <a:spcPts val="600"/>
              </a:spcBef>
              <a:spcAft>
                <a:spcPts val="0"/>
              </a:spcAft>
              <a:buSzPts val="2070"/>
              <a:buChar char="•"/>
              <a:defRPr/>
            </a:lvl3pPr>
            <a:lvl4pPr marL="1828800" lvl="3" indent="-360044" algn="l">
              <a:spcBef>
                <a:spcPts val="600"/>
              </a:spcBef>
              <a:spcAft>
                <a:spcPts val="0"/>
              </a:spcAft>
              <a:buSzPts val="2070"/>
              <a:buChar char="•"/>
              <a:defRPr/>
            </a:lvl4pPr>
            <a:lvl5pPr marL="2286000" lvl="4" indent="-360045" algn="l">
              <a:spcBef>
                <a:spcPts val="600"/>
              </a:spcBef>
              <a:spcAft>
                <a:spcPts val="0"/>
              </a:spcAft>
              <a:buSzPts val="2070"/>
              <a:buChar char="•"/>
              <a:defRPr/>
            </a:lvl5pPr>
            <a:lvl6pPr marL="2743200" lvl="5" indent="-360045" algn="l">
              <a:spcBef>
                <a:spcPts val="600"/>
              </a:spcBef>
              <a:spcAft>
                <a:spcPts val="0"/>
              </a:spcAft>
              <a:buSzPts val="2070"/>
              <a:buChar char="•"/>
              <a:defRPr/>
            </a:lvl6pPr>
            <a:lvl7pPr marL="3200400" lvl="6" indent="-360045" algn="l">
              <a:spcBef>
                <a:spcPts val="600"/>
              </a:spcBef>
              <a:spcAft>
                <a:spcPts val="0"/>
              </a:spcAft>
              <a:buSzPts val="2070"/>
              <a:buChar char="•"/>
              <a:defRPr/>
            </a:lvl7pPr>
            <a:lvl8pPr marL="3657600" lvl="7" indent="-360045" algn="l">
              <a:spcBef>
                <a:spcPts val="600"/>
              </a:spcBef>
              <a:spcAft>
                <a:spcPts val="0"/>
              </a:spcAft>
              <a:buSzPts val="2070"/>
              <a:buChar char="•"/>
              <a:defRPr/>
            </a:lvl8pPr>
            <a:lvl9pPr marL="4114800" lvl="8" indent="-360045" algn="l">
              <a:spcBef>
                <a:spcPts val="600"/>
              </a:spcBef>
              <a:spcAft>
                <a:spcPts val="600"/>
              </a:spcAft>
              <a:buSzPts val="2070"/>
              <a:buChar char="•"/>
              <a:defRPr/>
            </a:lvl9pPr>
          </a:lstStyle>
          <a:p>
            <a:endParaRPr/>
          </a:p>
        </p:txBody>
      </p:sp>
      <p:sp>
        <p:nvSpPr>
          <p:cNvPr id="56" name="Google Shape;56;p15"/>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15"/>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15"/>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cxnSp>
        <p:nvCxnSpPr>
          <p:cNvPr id="59" name="Google Shape;59;p15"/>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rgbClr val="262626"/>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 name="Google Shape;62;p16"/>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16"/>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6"/>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cxnSp>
        <p:nvCxnSpPr>
          <p:cNvPr id="65" name="Google Shape;65;p16"/>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6"/>
        <p:cNvGrpSpPr/>
        <p:nvPr/>
      </p:nvGrpSpPr>
      <p:grpSpPr>
        <a:xfrm>
          <a:off x="0" y="0"/>
          <a:ext cx="0" cy="0"/>
          <a:chOff x="0" y="0"/>
          <a:chExt cx="0" cy="0"/>
        </a:xfrm>
      </p:grpSpPr>
      <p:sp>
        <p:nvSpPr>
          <p:cNvPr id="67" name="Google Shape;67;p17"/>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17"/>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17"/>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1293811" y="1388534"/>
            <a:ext cx="3718455" cy="1371600"/>
          </a:xfrm>
          <a:prstGeom prst="rect">
            <a:avLst/>
          </a:prstGeom>
          <a:noFill/>
          <a:ln>
            <a:noFill/>
          </a:ln>
        </p:spPr>
        <p:txBody>
          <a:bodyPr spcFirstLastPara="1" wrap="square" lIns="91425" tIns="45700" rIns="91425" bIns="45700" anchor="b" anchorCtr="0">
            <a:normAutofit/>
          </a:bodyPr>
          <a:lstStyle>
            <a:lvl1pPr lvl="0" algn="ctr">
              <a:spcBef>
                <a:spcPts val="0"/>
              </a:spcBef>
              <a:spcAft>
                <a:spcPts val="0"/>
              </a:spcAft>
              <a:buClr>
                <a:srgbClr val="262626"/>
              </a:buClr>
              <a:buSzPts val="2400"/>
              <a:buFont typeface="Garamond"/>
              <a:buNone/>
              <a:defRPr sz="2400" b="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8"/>
          <p:cNvSpPr txBox="1">
            <a:spLocks noGrp="1"/>
          </p:cNvSpPr>
          <p:nvPr>
            <p:ph type="body" idx="1"/>
          </p:nvPr>
        </p:nvSpPr>
        <p:spPr>
          <a:xfrm>
            <a:off x="5418668" y="982131"/>
            <a:ext cx="5469466" cy="4893735"/>
          </a:xfrm>
          <a:prstGeom prst="rect">
            <a:avLst/>
          </a:prstGeom>
          <a:noFill/>
          <a:ln>
            <a:noFill/>
          </a:ln>
        </p:spPr>
        <p:txBody>
          <a:bodyPr spcFirstLastPara="1" wrap="square" lIns="91425" tIns="45700" rIns="91425" bIns="45700" anchor="ctr" anchorCtr="0">
            <a:normAutofit/>
          </a:bodyPr>
          <a:lstStyle>
            <a:lvl1pPr marL="457200" lvl="0" indent="-360045" algn="l">
              <a:spcBef>
                <a:spcPts val="360"/>
              </a:spcBef>
              <a:spcAft>
                <a:spcPts val="0"/>
              </a:spcAft>
              <a:buSzPts val="2070"/>
              <a:buChar char="•"/>
              <a:defRPr/>
            </a:lvl1pPr>
            <a:lvl2pPr marL="914400" lvl="1" indent="-360044" algn="l">
              <a:spcBef>
                <a:spcPts val="600"/>
              </a:spcBef>
              <a:spcAft>
                <a:spcPts val="0"/>
              </a:spcAft>
              <a:buSzPts val="2070"/>
              <a:buChar char="•"/>
              <a:defRPr/>
            </a:lvl2pPr>
            <a:lvl3pPr marL="1371600" lvl="2" indent="-360044" algn="l">
              <a:spcBef>
                <a:spcPts val="600"/>
              </a:spcBef>
              <a:spcAft>
                <a:spcPts val="0"/>
              </a:spcAft>
              <a:buSzPts val="2070"/>
              <a:buChar char="•"/>
              <a:defRPr/>
            </a:lvl3pPr>
            <a:lvl4pPr marL="1828800" lvl="3" indent="-360044" algn="l">
              <a:spcBef>
                <a:spcPts val="600"/>
              </a:spcBef>
              <a:spcAft>
                <a:spcPts val="0"/>
              </a:spcAft>
              <a:buSzPts val="2070"/>
              <a:buChar char="•"/>
              <a:defRPr/>
            </a:lvl4pPr>
            <a:lvl5pPr marL="2286000" lvl="4" indent="-360045" algn="l">
              <a:spcBef>
                <a:spcPts val="600"/>
              </a:spcBef>
              <a:spcAft>
                <a:spcPts val="0"/>
              </a:spcAft>
              <a:buSzPts val="2070"/>
              <a:buChar char="•"/>
              <a:defRPr/>
            </a:lvl5pPr>
            <a:lvl6pPr marL="2743200" lvl="5" indent="-360045" algn="l">
              <a:spcBef>
                <a:spcPts val="600"/>
              </a:spcBef>
              <a:spcAft>
                <a:spcPts val="0"/>
              </a:spcAft>
              <a:buSzPts val="2070"/>
              <a:buChar char="•"/>
              <a:defRPr/>
            </a:lvl6pPr>
            <a:lvl7pPr marL="3200400" lvl="6" indent="-360045" algn="l">
              <a:spcBef>
                <a:spcPts val="600"/>
              </a:spcBef>
              <a:spcAft>
                <a:spcPts val="0"/>
              </a:spcAft>
              <a:buSzPts val="2070"/>
              <a:buChar char="•"/>
              <a:defRPr/>
            </a:lvl7pPr>
            <a:lvl8pPr marL="3657600" lvl="7" indent="-360045" algn="l">
              <a:spcBef>
                <a:spcPts val="600"/>
              </a:spcBef>
              <a:spcAft>
                <a:spcPts val="0"/>
              </a:spcAft>
              <a:buSzPts val="2070"/>
              <a:buChar char="•"/>
              <a:defRPr/>
            </a:lvl8pPr>
            <a:lvl9pPr marL="4114800" lvl="8" indent="-360045" algn="l">
              <a:spcBef>
                <a:spcPts val="600"/>
              </a:spcBef>
              <a:spcAft>
                <a:spcPts val="600"/>
              </a:spcAft>
              <a:buSzPts val="2070"/>
              <a:buChar char="•"/>
              <a:defRPr/>
            </a:lvl9pPr>
          </a:lstStyle>
          <a:p>
            <a:endParaRPr/>
          </a:p>
        </p:txBody>
      </p:sp>
      <p:sp>
        <p:nvSpPr>
          <p:cNvPr id="73" name="Google Shape;73;p18"/>
          <p:cNvSpPr txBox="1">
            <a:spLocks noGrp="1"/>
          </p:cNvSpPr>
          <p:nvPr>
            <p:ph type="body" idx="2"/>
          </p:nvPr>
        </p:nvSpPr>
        <p:spPr>
          <a:xfrm>
            <a:off x="1293811" y="3031065"/>
            <a:ext cx="3718455" cy="2438404"/>
          </a:xfrm>
          <a:prstGeom prst="rect">
            <a:avLst/>
          </a:prstGeom>
          <a:noFill/>
          <a:ln>
            <a:noFill/>
          </a:ln>
        </p:spPr>
        <p:txBody>
          <a:bodyPr spcFirstLastPara="1" wrap="square" lIns="91425" tIns="45700" rIns="91425" bIns="45700" anchor="t" anchorCtr="0">
            <a:normAutofit/>
          </a:bodyPr>
          <a:lstStyle>
            <a:lvl1pPr marL="457200" lvl="0" indent="-228600" algn="ctr">
              <a:spcBef>
                <a:spcPts val="320"/>
              </a:spcBef>
              <a:spcAft>
                <a:spcPts val="0"/>
              </a:spcAft>
              <a:buSzPts val="1840"/>
              <a:buNone/>
              <a:defRPr sz="1600"/>
            </a:lvl1pPr>
            <a:lvl2pPr marL="914400" lvl="1" indent="-228600" algn="l">
              <a:spcBef>
                <a:spcPts val="600"/>
              </a:spcBef>
              <a:spcAft>
                <a:spcPts val="0"/>
              </a:spcAft>
              <a:buSzPts val="1380"/>
              <a:buNone/>
              <a:defRPr sz="1200"/>
            </a:lvl2pPr>
            <a:lvl3pPr marL="1371600" lvl="2" indent="-228600" algn="l">
              <a:spcBef>
                <a:spcPts val="600"/>
              </a:spcBef>
              <a:spcAft>
                <a:spcPts val="0"/>
              </a:spcAft>
              <a:buSzPts val="1150"/>
              <a:buNone/>
              <a:defRPr sz="1000"/>
            </a:lvl3pPr>
            <a:lvl4pPr marL="1828800" lvl="3" indent="-228600" algn="l">
              <a:spcBef>
                <a:spcPts val="600"/>
              </a:spcBef>
              <a:spcAft>
                <a:spcPts val="0"/>
              </a:spcAft>
              <a:buSzPts val="1035"/>
              <a:buNone/>
              <a:defRPr sz="900"/>
            </a:lvl4pPr>
            <a:lvl5pPr marL="2286000" lvl="4" indent="-228600" algn="l">
              <a:spcBef>
                <a:spcPts val="600"/>
              </a:spcBef>
              <a:spcAft>
                <a:spcPts val="0"/>
              </a:spcAft>
              <a:buSzPts val="1035"/>
              <a:buNone/>
              <a:defRPr sz="900"/>
            </a:lvl5pPr>
            <a:lvl6pPr marL="2743200" lvl="5" indent="-228600" algn="l">
              <a:spcBef>
                <a:spcPts val="600"/>
              </a:spcBef>
              <a:spcAft>
                <a:spcPts val="0"/>
              </a:spcAft>
              <a:buSzPts val="1035"/>
              <a:buNone/>
              <a:defRPr sz="900"/>
            </a:lvl6pPr>
            <a:lvl7pPr marL="3200400" lvl="6" indent="-228600" algn="l">
              <a:spcBef>
                <a:spcPts val="600"/>
              </a:spcBef>
              <a:spcAft>
                <a:spcPts val="0"/>
              </a:spcAft>
              <a:buSzPts val="1035"/>
              <a:buNone/>
              <a:defRPr sz="900"/>
            </a:lvl7pPr>
            <a:lvl8pPr marL="3657600" lvl="7" indent="-228600" algn="l">
              <a:spcBef>
                <a:spcPts val="600"/>
              </a:spcBef>
              <a:spcAft>
                <a:spcPts val="0"/>
              </a:spcAft>
              <a:buSzPts val="1035"/>
              <a:buNone/>
              <a:defRPr sz="900"/>
            </a:lvl8pPr>
            <a:lvl9pPr marL="4114800" lvl="8" indent="-228600" algn="l">
              <a:spcBef>
                <a:spcPts val="600"/>
              </a:spcBef>
              <a:spcAft>
                <a:spcPts val="600"/>
              </a:spcAft>
              <a:buSzPts val="1035"/>
              <a:buNone/>
              <a:defRPr sz="900"/>
            </a:lvl9pPr>
          </a:lstStyle>
          <a:p>
            <a:endParaRPr/>
          </a:p>
        </p:txBody>
      </p:sp>
      <p:sp>
        <p:nvSpPr>
          <p:cNvPr id="74" name="Google Shape;74;p18"/>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18"/>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8"/>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cxnSp>
        <p:nvCxnSpPr>
          <p:cNvPr id="77" name="Google Shape;77;p18"/>
          <p:cNvCxnSpPr/>
          <p:nvPr/>
        </p:nvCxnSpPr>
        <p:spPr>
          <a:xfrm>
            <a:off x="1396169" y="2912533"/>
            <a:ext cx="35144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8"/>
        <p:cNvGrpSpPr/>
        <p:nvPr/>
      </p:nvGrpSpPr>
      <p:grpSpPr>
        <a:xfrm>
          <a:off x="0" y="0"/>
          <a:ext cx="0" cy="0"/>
          <a:chOff x="0" y="0"/>
          <a:chExt cx="0" cy="0"/>
        </a:xfrm>
      </p:grpSpPr>
      <p:sp>
        <p:nvSpPr>
          <p:cNvPr id="79" name="Google Shape;79;p19"/>
          <p:cNvSpPr txBox="1">
            <a:spLocks noGrp="1"/>
          </p:cNvSpPr>
          <p:nvPr>
            <p:ph type="title"/>
          </p:nvPr>
        </p:nvSpPr>
        <p:spPr>
          <a:xfrm>
            <a:off x="1295399" y="1883832"/>
            <a:ext cx="6241816" cy="1371600"/>
          </a:xfrm>
          <a:prstGeom prst="rect">
            <a:avLst/>
          </a:prstGeom>
          <a:noFill/>
          <a:ln>
            <a:noFill/>
          </a:ln>
        </p:spPr>
        <p:txBody>
          <a:bodyPr spcFirstLastPara="1" wrap="square" lIns="91425" tIns="45700" rIns="91425" bIns="45700" anchor="b" anchorCtr="0">
            <a:normAutofit/>
          </a:bodyPr>
          <a:lstStyle>
            <a:lvl1pPr lvl="0" algn="ctr">
              <a:spcBef>
                <a:spcPts val="0"/>
              </a:spcBef>
              <a:spcAft>
                <a:spcPts val="0"/>
              </a:spcAft>
              <a:buClr>
                <a:srgbClr val="262626"/>
              </a:buClr>
              <a:buSzPts val="2800"/>
              <a:buFont typeface="Garamond"/>
              <a:buNone/>
              <a:defRPr sz="2800" b="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0" name="Google Shape;80;p19"/>
          <p:cNvSpPr>
            <a:spLocks noGrp="1"/>
          </p:cNvSpPr>
          <p:nvPr>
            <p:ph type="pic" idx="2"/>
          </p:nvPr>
        </p:nvSpPr>
        <p:spPr>
          <a:xfrm>
            <a:off x="8094831" y="1041400"/>
            <a:ext cx="3063347" cy="4775200"/>
          </a:xfrm>
          <a:prstGeom prst="roundRect">
            <a:avLst>
              <a:gd name="adj" fmla="val 0"/>
            </a:avLst>
          </a:prstGeom>
          <a:noFill/>
          <a:ln w="57150" cap="flat" cmpd="thickThin">
            <a:solidFill>
              <a:srgbClr val="7F7F7F"/>
            </a:solidFill>
            <a:prstDash val="solid"/>
            <a:miter lim="800000"/>
            <a:headEnd type="none" w="sm" len="sm"/>
            <a:tailEnd type="none" w="sm" len="sm"/>
          </a:ln>
        </p:spPr>
      </p:sp>
      <p:sp>
        <p:nvSpPr>
          <p:cNvPr id="81" name="Google Shape;81;p19"/>
          <p:cNvSpPr txBox="1">
            <a:spLocks noGrp="1"/>
          </p:cNvSpPr>
          <p:nvPr>
            <p:ph type="body" idx="1"/>
          </p:nvPr>
        </p:nvSpPr>
        <p:spPr>
          <a:xfrm>
            <a:off x="1295399" y="3255432"/>
            <a:ext cx="6241816" cy="1828800"/>
          </a:xfrm>
          <a:prstGeom prst="rect">
            <a:avLst/>
          </a:prstGeom>
          <a:noFill/>
          <a:ln>
            <a:noFill/>
          </a:ln>
        </p:spPr>
        <p:txBody>
          <a:bodyPr spcFirstLastPara="1" wrap="square" lIns="91425" tIns="45700" rIns="91425" bIns="45700" anchor="t" anchorCtr="0">
            <a:normAutofit/>
          </a:bodyPr>
          <a:lstStyle>
            <a:lvl1pPr marL="457200" lvl="0" indent="-228600" algn="ctr">
              <a:spcBef>
                <a:spcPts val="360"/>
              </a:spcBef>
              <a:spcAft>
                <a:spcPts val="0"/>
              </a:spcAft>
              <a:buSzPts val="2070"/>
              <a:buNone/>
              <a:defRPr sz="1800"/>
            </a:lvl1pPr>
            <a:lvl2pPr marL="914400" lvl="1" indent="-228600" algn="l">
              <a:spcBef>
                <a:spcPts val="600"/>
              </a:spcBef>
              <a:spcAft>
                <a:spcPts val="0"/>
              </a:spcAft>
              <a:buSzPts val="1380"/>
              <a:buNone/>
              <a:defRPr sz="1200"/>
            </a:lvl2pPr>
            <a:lvl3pPr marL="1371600" lvl="2" indent="-228600" algn="l">
              <a:spcBef>
                <a:spcPts val="600"/>
              </a:spcBef>
              <a:spcAft>
                <a:spcPts val="0"/>
              </a:spcAft>
              <a:buSzPts val="1150"/>
              <a:buNone/>
              <a:defRPr sz="1000"/>
            </a:lvl3pPr>
            <a:lvl4pPr marL="1828800" lvl="3" indent="-228600" algn="l">
              <a:spcBef>
                <a:spcPts val="600"/>
              </a:spcBef>
              <a:spcAft>
                <a:spcPts val="0"/>
              </a:spcAft>
              <a:buSzPts val="1035"/>
              <a:buNone/>
              <a:defRPr sz="900"/>
            </a:lvl4pPr>
            <a:lvl5pPr marL="2286000" lvl="4" indent="-228600" algn="l">
              <a:spcBef>
                <a:spcPts val="600"/>
              </a:spcBef>
              <a:spcAft>
                <a:spcPts val="0"/>
              </a:spcAft>
              <a:buSzPts val="1035"/>
              <a:buNone/>
              <a:defRPr sz="900"/>
            </a:lvl5pPr>
            <a:lvl6pPr marL="2743200" lvl="5" indent="-228600" algn="l">
              <a:spcBef>
                <a:spcPts val="600"/>
              </a:spcBef>
              <a:spcAft>
                <a:spcPts val="0"/>
              </a:spcAft>
              <a:buSzPts val="1035"/>
              <a:buNone/>
              <a:defRPr sz="900"/>
            </a:lvl6pPr>
            <a:lvl7pPr marL="3200400" lvl="6" indent="-228600" algn="l">
              <a:spcBef>
                <a:spcPts val="600"/>
              </a:spcBef>
              <a:spcAft>
                <a:spcPts val="0"/>
              </a:spcAft>
              <a:buSzPts val="1035"/>
              <a:buNone/>
              <a:defRPr sz="900"/>
            </a:lvl7pPr>
            <a:lvl8pPr marL="3657600" lvl="7" indent="-228600" algn="l">
              <a:spcBef>
                <a:spcPts val="600"/>
              </a:spcBef>
              <a:spcAft>
                <a:spcPts val="0"/>
              </a:spcAft>
              <a:buSzPts val="1035"/>
              <a:buNone/>
              <a:defRPr sz="900"/>
            </a:lvl8pPr>
            <a:lvl9pPr marL="4114800" lvl="8" indent="-228600" algn="l">
              <a:spcBef>
                <a:spcPts val="600"/>
              </a:spcBef>
              <a:spcAft>
                <a:spcPts val="600"/>
              </a:spcAft>
              <a:buSzPts val="1035"/>
              <a:buNone/>
              <a:defRPr sz="900"/>
            </a:lvl9pPr>
          </a:lstStyle>
          <a:p>
            <a:endParaRPr/>
          </a:p>
        </p:txBody>
      </p:sp>
      <p:sp>
        <p:nvSpPr>
          <p:cNvPr id="82" name="Google Shape;82;p19"/>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9"/>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9"/>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Panoramic Picture with Caption">
  <p:cSld name="Panoramic Picture with Caption">
    <p:spTree>
      <p:nvGrpSpPr>
        <p:cNvPr id="1" name="Shape 85"/>
        <p:cNvGrpSpPr/>
        <p:nvPr/>
      </p:nvGrpSpPr>
      <p:grpSpPr>
        <a:xfrm>
          <a:off x="0" y="0"/>
          <a:ext cx="0" cy="0"/>
          <a:chOff x="0" y="0"/>
          <a:chExt cx="0" cy="0"/>
        </a:xfrm>
      </p:grpSpPr>
      <p:sp>
        <p:nvSpPr>
          <p:cNvPr id="86" name="Google Shape;86;p20"/>
          <p:cNvSpPr txBox="1">
            <a:spLocks noGrp="1"/>
          </p:cNvSpPr>
          <p:nvPr>
            <p:ph type="title"/>
          </p:nvPr>
        </p:nvSpPr>
        <p:spPr>
          <a:xfrm>
            <a:off x="1295401" y="4815415"/>
            <a:ext cx="9609666" cy="566738"/>
          </a:xfrm>
          <a:prstGeom prst="rect">
            <a:avLst/>
          </a:prstGeom>
          <a:noFill/>
          <a:ln>
            <a:noFill/>
          </a:ln>
        </p:spPr>
        <p:txBody>
          <a:bodyPr spcFirstLastPara="1" wrap="square" lIns="91425" tIns="45700" rIns="91425" bIns="45700" anchor="b" anchorCtr="0">
            <a:normAutofit/>
          </a:bodyPr>
          <a:lstStyle>
            <a:lvl1pPr lvl="0" algn="ctr">
              <a:spcBef>
                <a:spcPts val="0"/>
              </a:spcBef>
              <a:spcAft>
                <a:spcPts val="0"/>
              </a:spcAft>
              <a:buClr>
                <a:srgbClr val="262626"/>
              </a:buClr>
              <a:buSzPts val="2400"/>
              <a:buFont typeface="Garamond"/>
              <a:buNone/>
              <a:defRPr sz="2400" b="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7" name="Google Shape;87;p20"/>
          <p:cNvSpPr>
            <a:spLocks noGrp="1"/>
          </p:cNvSpPr>
          <p:nvPr>
            <p:ph type="pic" idx="2"/>
          </p:nvPr>
        </p:nvSpPr>
        <p:spPr>
          <a:xfrm>
            <a:off x="1041427" y="1041399"/>
            <a:ext cx="10105972" cy="3335869"/>
          </a:xfrm>
          <a:prstGeom prst="roundRect">
            <a:avLst>
              <a:gd name="adj" fmla="val 0"/>
            </a:avLst>
          </a:prstGeom>
          <a:noFill/>
          <a:ln w="57150" cap="flat" cmpd="thickThin">
            <a:solidFill>
              <a:srgbClr val="7F7F7F"/>
            </a:solidFill>
            <a:prstDash val="solid"/>
            <a:miter lim="800000"/>
            <a:headEnd type="none" w="sm" len="sm"/>
            <a:tailEnd type="none" w="sm" len="sm"/>
          </a:ln>
        </p:spPr>
      </p:sp>
      <p:sp>
        <p:nvSpPr>
          <p:cNvPr id="88" name="Google Shape;88;p20"/>
          <p:cNvSpPr txBox="1">
            <a:spLocks noGrp="1"/>
          </p:cNvSpPr>
          <p:nvPr>
            <p:ph type="body" idx="1"/>
          </p:nvPr>
        </p:nvSpPr>
        <p:spPr>
          <a:xfrm>
            <a:off x="1295401" y="5382153"/>
            <a:ext cx="9609666" cy="493712"/>
          </a:xfrm>
          <a:prstGeom prst="rect">
            <a:avLst/>
          </a:prstGeom>
          <a:noFill/>
          <a:ln>
            <a:noFill/>
          </a:ln>
        </p:spPr>
        <p:txBody>
          <a:bodyPr spcFirstLastPara="1" wrap="square" lIns="91425" tIns="45700" rIns="91425" bIns="45700" anchor="t" anchorCtr="0">
            <a:normAutofit/>
          </a:bodyPr>
          <a:lstStyle>
            <a:lvl1pPr marL="457200" lvl="0" indent="-228600" algn="ctr">
              <a:spcBef>
                <a:spcPts val="280"/>
              </a:spcBef>
              <a:spcAft>
                <a:spcPts val="0"/>
              </a:spcAft>
              <a:buSzPts val="1610"/>
              <a:buNone/>
              <a:defRPr sz="1400"/>
            </a:lvl1pPr>
            <a:lvl2pPr marL="914400" lvl="1" indent="-228600" algn="l">
              <a:spcBef>
                <a:spcPts val="600"/>
              </a:spcBef>
              <a:spcAft>
                <a:spcPts val="0"/>
              </a:spcAft>
              <a:buSzPts val="1380"/>
              <a:buNone/>
              <a:defRPr sz="1200"/>
            </a:lvl2pPr>
            <a:lvl3pPr marL="1371600" lvl="2" indent="-228600" algn="l">
              <a:spcBef>
                <a:spcPts val="600"/>
              </a:spcBef>
              <a:spcAft>
                <a:spcPts val="0"/>
              </a:spcAft>
              <a:buSzPts val="1150"/>
              <a:buNone/>
              <a:defRPr sz="1000"/>
            </a:lvl3pPr>
            <a:lvl4pPr marL="1828800" lvl="3" indent="-228600" algn="l">
              <a:spcBef>
                <a:spcPts val="600"/>
              </a:spcBef>
              <a:spcAft>
                <a:spcPts val="0"/>
              </a:spcAft>
              <a:buSzPts val="1035"/>
              <a:buNone/>
              <a:defRPr sz="900"/>
            </a:lvl4pPr>
            <a:lvl5pPr marL="2286000" lvl="4" indent="-228600" algn="l">
              <a:spcBef>
                <a:spcPts val="600"/>
              </a:spcBef>
              <a:spcAft>
                <a:spcPts val="0"/>
              </a:spcAft>
              <a:buSzPts val="1035"/>
              <a:buNone/>
              <a:defRPr sz="900"/>
            </a:lvl5pPr>
            <a:lvl6pPr marL="2743200" lvl="5" indent="-228600" algn="l">
              <a:spcBef>
                <a:spcPts val="600"/>
              </a:spcBef>
              <a:spcAft>
                <a:spcPts val="0"/>
              </a:spcAft>
              <a:buSzPts val="1035"/>
              <a:buNone/>
              <a:defRPr sz="900"/>
            </a:lvl6pPr>
            <a:lvl7pPr marL="3200400" lvl="6" indent="-228600" algn="l">
              <a:spcBef>
                <a:spcPts val="600"/>
              </a:spcBef>
              <a:spcAft>
                <a:spcPts val="0"/>
              </a:spcAft>
              <a:buSzPts val="1035"/>
              <a:buNone/>
              <a:defRPr sz="900"/>
            </a:lvl7pPr>
            <a:lvl8pPr marL="3657600" lvl="7" indent="-228600" algn="l">
              <a:spcBef>
                <a:spcPts val="600"/>
              </a:spcBef>
              <a:spcAft>
                <a:spcPts val="0"/>
              </a:spcAft>
              <a:buSzPts val="1035"/>
              <a:buNone/>
              <a:defRPr sz="900"/>
            </a:lvl8pPr>
            <a:lvl9pPr marL="4114800" lvl="8" indent="-228600" algn="l">
              <a:spcBef>
                <a:spcPts val="600"/>
              </a:spcBef>
              <a:spcAft>
                <a:spcPts val="600"/>
              </a:spcAft>
              <a:buSzPts val="1035"/>
              <a:buNone/>
              <a:defRPr sz="900"/>
            </a:lvl9pPr>
          </a:lstStyle>
          <a:p>
            <a:endParaRPr/>
          </a:p>
        </p:txBody>
      </p:sp>
      <p:sp>
        <p:nvSpPr>
          <p:cNvPr id="89" name="Google Shape;89;p20"/>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0" name="Google Shape;90;p20"/>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1" name="Google Shape;91;p20"/>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aption">
  <p:cSld name="Title and Caption">
    <p:spTree>
      <p:nvGrpSpPr>
        <p:cNvPr id="1" name="Shape 92"/>
        <p:cNvGrpSpPr/>
        <p:nvPr/>
      </p:nvGrpSpPr>
      <p:grpSpPr>
        <a:xfrm>
          <a:off x="0" y="0"/>
          <a:ext cx="0" cy="0"/>
          <a:chOff x="0" y="0"/>
          <a:chExt cx="0" cy="0"/>
        </a:xfrm>
      </p:grpSpPr>
      <p:sp>
        <p:nvSpPr>
          <p:cNvPr id="93" name="Google Shape;93;p21"/>
          <p:cNvSpPr txBox="1">
            <a:spLocks noGrp="1"/>
          </p:cNvSpPr>
          <p:nvPr>
            <p:ph type="title"/>
          </p:nvPr>
        </p:nvSpPr>
        <p:spPr>
          <a:xfrm>
            <a:off x="1303868" y="982132"/>
            <a:ext cx="9592732" cy="2954868"/>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rgbClr val="262626"/>
              </a:buClr>
              <a:buSzPts val="3200"/>
              <a:buFont typeface="Garamond"/>
              <a:buNone/>
              <a:defRPr sz="3200" b="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21"/>
          <p:cNvSpPr txBox="1">
            <a:spLocks noGrp="1"/>
          </p:cNvSpPr>
          <p:nvPr>
            <p:ph type="body" idx="1"/>
          </p:nvPr>
        </p:nvSpPr>
        <p:spPr>
          <a:xfrm>
            <a:off x="1303868" y="4343399"/>
            <a:ext cx="9592732" cy="1532467"/>
          </a:xfrm>
          <a:prstGeom prst="rect">
            <a:avLst/>
          </a:prstGeom>
          <a:noFill/>
          <a:ln>
            <a:noFill/>
          </a:ln>
        </p:spPr>
        <p:txBody>
          <a:bodyPr spcFirstLastPara="1" wrap="square" lIns="91425" tIns="45700" rIns="91425" bIns="45700" anchor="ctr" anchorCtr="0">
            <a:normAutofit/>
          </a:bodyPr>
          <a:lstStyle>
            <a:lvl1pPr marL="457200" lvl="0" indent="-228600" algn="ctr">
              <a:spcBef>
                <a:spcPts val="400"/>
              </a:spcBef>
              <a:spcAft>
                <a:spcPts val="0"/>
              </a:spcAft>
              <a:buSzPts val="2300"/>
              <a:buNone/>
              <a:defRPr sz="2000">
                <a:solidFill>
                  <a:schemeClr val="dk1"/>
                </a:solidFill>
              </a:defRPr>
            </a:lvl1pPr>
            <a:lvl2pPr marL="914400" lvl="1" indent="-228600" algn="l">
              <a:spcBef>
                <a:spcPts val="600"/>
              </a:spcBef>
              <a:spcAft>
                <a:spcPts val="0"/>
              </a:spcAft>
              <a:buSzPts val="2070"/>
              <a:buNone/>
              <a:defRPr sz="1800">
                <a:solidFill>
                  <a:srgbClr val="888888"/>
                </a:solidFill>
              </a:defRPr>
            </a:lvl2pPr>
            <a:lvl3pPr marL="1371600" lvl="2" indent="-228600" algn="l">
              <a:spcBef>
                <a:spcPts val="600"/>
              </a:spcBef>
              <a:spcAft>
                <a:spcPts val="0"/>
              </a:spcAft>
              <a:buSzPts val="1840"/>
              <a:buNone/>
              <a:defRPr sz="1600">
                <a:solidFill>
                  <a:srgbClr val="888888"/>
                </a:solidFill>
              </a:defRPr>
            </a:lvl3pPr>
            <a:lvl4pPr marL="1828800" lvl="3" indent="-228600" algn="l">
              <a:spcBef>
                <a:spcPts val="600"/>
              </a:spcBef>
              <a:spcAft>
                <a:spcPts val="0"/>
              </a:spcAft>
              <a:buSzPts val="1610"/>
              <a:buNone/>
              <a:defRPr sz="1400">
                <a:solidFill>
                  <a:srgbClr val="888888"/>
                </a:solidFill>
              </a:defRPr>
            </a:lvl4pPr>
            <a:lvl5pPr marL="2286000" lvl="4" indent="-228600" algn="l">
              <a:spcBef>
                <a:spcPts val="600"/>
              </a:spcBef>
              <a:spcAft>
                <a:spcPts val="0"/>
              </a:spcAft>
              <a:buSzPts val="1610"/>
              <a:buNone/>
              <a:defRPr sz="1400">
                <a:solidFill>
                  <a:srgbClr val="888888"/>
                </a:solidFill>
              </a:defRPr>
            </a:lvl5pPr>
            <a:lvl6pPr marL="2743200" lvl="5" indent="-228600" algn="l">
              <a:spcBef>
                <a:spcPts val="600"/>
              </a:spcBef>
              <a:spcAft>
                <a:spcPts val="0"/>
              </a:spcAft>
              <a:buSzPts val="1610"/>
              <a:buNone/>
              <a:defRPr sz="1400">
                <a:solidFill>
                  <a:srgbClr val="888888"/>
                </a:solidFill>
              </a:defRPr>
            </a:lvl6pPr>
            <a:lvl7pPr marL="3200400" lvl="6" indent="-228600" algn="l">
              <a:spcBef>
                <a:spcPts val="600"/>
              </a:spcBef>
              <a:spcAft>
                <a:spcPts val="0"/>
              </a:spcAft>
              <a:buSzPts val="1610"/>
              <a:buNone/>
              <a:defRPr sz="1400">
                <a:solidFill>
                  <a:srgbClr val="888888"/>
                </a:solidFill>
              </a:defRPr>
            </a:lvl7pPr>
            <a:lvl8pPr marL="3657600" lvl="7" indent="-228600" algn="l">
              <a:spcBef>
                <a:spcPts val="600"/>
              </a:spcBef>
              <a:spcAft>
                <a:spcPts val="0"/>
              </a:spcAft>
              <a:buSzPts val="1610"/>
              <a:buNone/>
              <a:defRPr sz="1400">
                <a:solidFill>
                  <a:srgbClr val="888888"/>
                </a:solidFill>
              </a:defRPr>
            </a:lvl8pPr>
            <a:lvl9pPr marL="4114800" lvl="8" indent="-228600" algn="l">
              <a:spcBef>
                <a:spcPts val="600"/>
              </a:spcBef>
              <a:spcAft>
                <a:spcPts val="600"/>
              </a:spcAft>
              <a:buSzPts val="1610"/>
              <a:buNone/>
              <a:defRPr sz="1400">
                <a:solidFill>
                  <a:srgbClr val="888888"/>
                </a:solidFill>
              </a:defRPr>
            </a:lvl9pPr>
          </a:lstStyle>
          <a:p>
            <a:endParaRPr/>
          </a:p>
        </p:txBody>
      </p:sp>
      <p:sp>
        <p:nvSpPr>
          <p:cNvPr id="95" name="Google Shape;95;p21"/>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6" name="Google Shape;96;p21"/>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7" name="Google Shape;97;p21"/>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cxnSp>
        <p:nvCxnSpPr>
          <p:cNvPr id="98" name="Google Shape;98;p21"/>
          <p:cNvCxnSpPr/>
          <p:nvPr/>
        </p:nvCxnSpPr>
        <p:spPr>
          <a:xfrm>
            <a:off x="1396169" y="4140199"/>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Quote with Caption">
  <p:cSld name="Quote with Caption">
    <p:spTree>
      <p:nvGrpSpPr>
        <p:cNvPr id="1" name="Shape 99"/>
        <p:cNvGrpSpPr/>
        <p:nvPr/>
      </p:nvGrpSpPr>
      <p:grpSpPr>
        <a:xfrm>
          <a:off x="0" y="0"/>
          <a:ext cx="0" cy="0"/>
          <a:chOff x="0" y="0"/>
          <a:chExt cx="0" cy="0"/>
        </a:xfrm>
      </p:grpSpPr>
      <p:sp>
        <p:nvSpPr>
          <p:cNvPr id="100" name="Google Shape;100;p22"/>
          <p:cNvSpPr txBox="1">
            <a:spLocks noGrp="1"/>
          </p:cNvSpPr>
          <p:nvPr>
            <p:ph type="title"/>
          </p:nvPr>
        </p:nvSpPr>
        <p:spPr>
          <a:xfrm>
            <a:off x="1446213" y="982132"/>
            <a:ext cx="9296398" cy="2370668"/>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3200"/>
              <a:buFont typeface="Garamond"/>
              <a:buNone/>
              <a:defRPr sz="3200" b="0" cap="none">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1" name="Google Shape;101;p22"/>
          <p:cNvSpPr txBox="1">
            <a:spLocks noGrp="1"/>
          </p:cNvSpPr>
          <p:nvPr>
            <p:ph type="body" idx="1"/>
          </p:nvPr>
        </p:nvSpPr>
        <p:spPr>
          <a:xfrm>
            <a:off x="1674812" y="3352800"/>
            <a:ext cx="8839202" cy="584200"/>
          </a:xfrm>
          <a:prstGeom prst="rect">
            <a:avLst/>
          </a:prstGeom>
          <a:noFill/>
          <a:ln>
            <a:noFill/>
          </a:ln>
        </p:spPr>
        <p:txBody>
          <a:bodyPr spcFirstLastPara="1" wrap="square" lIns="91425" tIns="45700" rIns="91425" bIns="45700" anchor="ctr" anchorCtr="0">
            <a:normAutofit/>
          </a:bodyPr>
          <a:lstStyle>
            <a:lvl1pPr marL="457200" lvl="0" indent="-228600" algn="r">
              <a:spcBef>
                <a:spcPts val="400"/>
              </a:spcBef>
              <a:spcAft>
                <a:spcPts val="0"/>
              </a:spcAft>
              <a:buSzPts val="2300"/>
              <a:buFont typeface="Garamond"/>
              <a:buNone/>
              <a:defRPr sz="2000"/>
            </a:lvl1pPr>
            <a:lvl2pPr marL="914400" lvl="1" indent="-228600" algn="l">
              <a:spcBef>
                <a:spcPts val="600"/>
              </a:spcBef>
              <a:spcAft>
                <a:spcPts val="0"/>
              </a:spcAft>
              <a:buSzPts val="2300"/>
              <a:buFont typeface="Garamond"/>
              <a:buNone/>
              <a:defRPr/>
            </a:lvl2pPr>
            <a:lvl3pPr marL="1371600" lvl="2" indent="-228600" algn="l">
              <a:spcBef>
                <a:spcPts val="600"/>
              </a:spcBef>
              <a:spcAft>
                <a:spcPts val="0"/>
              </a:spcAft>
              <a:buSzPts val="2070"/>
              <a:buFont typeface="Garamond"/>
              <a:buNone/>
              <a:defRPr/>
            </a:lvl3pPr>
            <a:lvl4pPr marL="1828800" lvl="3" indent="-228600" algn="l">
              <a:spcBef>
                <a:spcPts val="600"/>
              </a:spcBef>
              <a:spcAft>
                <a:spcPts val="0"/>
              </a:spcAft>
              <a:buSzPts val="1840"/>
              <a:buFont typeface="Garamond"/>
              <a:buNone/>
              <a:defRPr/>
            </a:lvl4pPr>
            <a:lvl5pPr marL="2286000" lvl="4" indent="-228600" algn="l">
              <a:spcBef>
                <a:spcPts val="600"/>
              </a:spcBef>
              <a:spcAft>
                <a:spcPts val="0"/>
              </a:spcAft>
              <a:buSzPts val="1610"/>
              <a:buFont typeface="Garamond"/>
              <a:buNone/>
              <a:defRPr/>
            </a:lvl5pPr>
            <a:lvl6pPr marL="2743200" lvl="5" indent="-360045" algn="l">
              <a:spcBef>
                <a:spcPts val="600"/>
              </a:spcBef>
              <a:spcAft>
                <a:spcPts val="0"/>
              </a:spcAft>
              <a:buSzPts val="2070"/>
              <a:buChar char="•"/>
              <a:defRPr/>
            </a:lvl6pPr>
            <a:lvl7pPr marL="3200400" lvl="6" indent="-360045" algn="l">
              <a:spcBef>
                <a:spcPts val="600"/>
              </a:spcBef>
              <a:spcAft>
                <a:spcPts val="0"/>
              </a:spcAft>
              <a:buSzPts val="2070"/>
              <a:buChar char="•"/>
              <a:defRPr/>
            </a:lvl7pPr>
            <a:lvl8pPr marL="3657600" lvl="7" indent="-360045" algn="l">
              <a:spcBef>
                <a:spcPts val="600"/>
              </a:spcBef>
              <a:spcAft>
                <a:spcPts val="0"/>
              </a:spcAft>
              <a:buSzPts val="2070"/>
              <a:buChar char="•"/>
              <a:defRPr/>
            </a:lvl8pPr>
            <a:lvl9pPr marL="4114800" lvl="8" indent="-360045" algn="l">
              <a:spcBef>
                <a:spcPts val="600"/>
              </a:spcBef>
              <a:spcAft>
                <a:spcPts val="600"/>
              </a:spcAft>
              <a:buSzPts val="2070"/>
              <a:buChar char="•"/>
              <a:defRPr/>
            </a:lvl9pPr>
          </a:lstStyle>
          <a:p>
            <a:endParaRPr/>
          </a:p>
        </p:txBody>
      </p:sp>
      <p:sp>
        <p:nvSpPr>
          <p:cNvPr id="102" name="Google Shape;102;p22"/>
          <p:cNvSpPr txBox="1">
            <a:spLocks noGrp="1"/>
          </p:cNvSpPr>
          <p:nvPr>
            <p:ph type="body" idx="2"/>
          </p:nvPr>
        </p:nvSpPr>
        <p:spPr>
          <a:xfrm>
            <a:off x="1295401" y="4343399"/>
            <a:ext cx="9609666" cy="1532467"/>
          </a:xfrm>
          <a:prstGeom prst="rect">
            <a:avLst/>
          </a:prstGeom>
          <a:noFill/>
          <a:ln>
            <a:noFill/>
          </a:ln>
        </p:spPr>
        <p:txBody>
          <a:bodyPr spcFirstLastPara="1" wrap="square" lIns="91425" tIns="45700" rIns="91425" bIns="45700" anchor="ctr" anchorCtr="0">
            <a:normAutofit/>
          </a:bodyPr>
          <a:lstStyle>
            <a:lvl1pPr marL="457200" lvl="0" indent="-228600" algn="ctr">
              <a:spcBef>
                <a:spcPts val="400"/>
              </a:spcBef>
              <a:spcAft>
                <a:spcPts val="0"/>
              </a:spcAft>
              <a:buSzPts val="2300"/>
              <a:buNone/>
              <a:defRPr sz="2000">
                <a:solidFill>
                  <a:schemeClr val="dk1"/>
                </a:solidFill>
              </a:defRPr>
            </a:lvl1pPr>
            <a:lvl2pPr marL="914400" lvl="1" indent="-228600" algn="l">
              <a:spcBef>
                <a:spcPts val="600"/>
              </a:spcBef>
              <a:spcAft>
                <a:spcPts val="0"/>
              </a:spcAft>
              <a:buSzPts val="2070"/>
              <a:buNone/>
              <a:defRPr sz="1800">
                <a:solidFill>
                  <a:srgbClr val="888888"/>
                </a:solidFill>
              </a:defRPr>
            </a:lvl2pPr>
            <a:lvl3pPr marL="1371600" lvl="2" indent="-228600" algn="l">
              <a:spcBef>
                <a:spcPts val="600"/>
              </a:spcBef>
              <a:spcAft>
                <a:spcPts val="0"/>
              </a:spcAft>
              <a:buSzPts val="1840"/>
              <a:buNone/>
              <a:defRPr sz="1600">
                <a:solidFill>
                  <a:srgbClr val="888888"/>
                </a:solidFill>
              </a:defRPr>
            </a:lvl3pPr>
            <a:lvl4pPr marL="1828800" lvl="3" indent="-228600" algn="l">
              <a:spcBef>
                <a:spcPts val="600"/>
              </a:spcBef>
              <a:spcAft>
                <a:spcPts val="0"/>
              </a:spcAft>
              <a:buSzPts val="1610"/>
              <a:buNone/>
              <a:defRPr sz="1400">
                <a:solidFill>
                  <a:srgbClr val="888888"/>
                </a:solidFill>
              </a:defRPr>
            </a:lvl4pPr>
            <a:lvl5pPr marL="2286000" lvl="4" indent="-228600" algn="l">
              <a:spcBef>
                <a:spcPts val="600"/>
              </a:spcBef>
              <a:spcAft>
                <a:spcPts val="0"/>
              </a:spcAft>
              <a:buSzPts val="1610"/>
              <a:buNone/>
              <a:defRPr sz="1400">
                <a:solidFill>
                  <a:srgbClr val="888888"/>
                </a:solidFill>
              </a:defRPr>
            </a:lvl5pPr>
            <a:lvl6pPr marL="2743200" lvl="5" indent="-228600" algn="l">
              <a:spcBef>
                <a:spcPts val="600"/>
              </a:spcBef>
              <a:spcAft>
                <a:spcPts val="0"/>
              </a:spcAft>
              <a:buSzPts val="1610"/>
              <a:buNone/>
              <a:defRPr sz="1400">
                <a:solidFill>
                  <a:srgbClr val="888888"/>
                </a:solidFill>
              </a:defRPr>
            </a:lvl6pPr>
            <a:lvl7pPr marL="3200400" lvl="6" indent="-228600" algn="l">
              <a:spcBef>
                <a:spcPts val="600"/>
              </a:spcBef>
              <a:spcAft>
                <a:spcPts val="0"/>
              </a:spcAft>
              <a:buSzPts val="1610"/>
              <a:buNone/>
              <a:defRPr sz="1400">
                <a:solidFill>
                  <a:srgbClr val="888888"/>
                </a:solidFill>
              </a:defRPr>
            </a:lvl7pPr>
            <a:lvl8pPr marL="3657600" lvl="7" indent="-228600" algn="l">
              <a:spcBef>
                <a:spcPts val="600"/>
              </a:spcBef>
              <a:spcAft>
                <a:spcPts val="0"/>
              </a:spcAft>
              <a:buSzPts val="1610"/>
              <a:buNone/>
              <a:defRPr sz="1400">
                <a:solidFill>
                  <a:srgbClr val="888888"/>
                </a:solidFill>
              </a:defRPr>
            </a:lvl8pPr>
            <a:lvl9pPr marL="4114800" lvl="8" indent="-228600" algn="l">
              <a:spcBef>
                <a:spcPts val="600"/>
              </a:spcBef>
              <a:spcAft>
                <a:spcPts val="600"/>
              </a:spcAft>
              <a:buSzPts val="1610"/>
              <a:buNone/>
              <a:defRPr sz="1400">
                <a:solidFill>
                  <a:srgbClr val="888888"/>
                </a:solidFill>
              </a:defRPr>
            </a:lvl9pPr>
          </a:lstStyle>
          <a:p>
            <a:endParaRPr/>
          </a:p>
        </p:txBody>
      </p:sp>
      <p:sp>
        <p:nvSpPr>
          <p:cNvPr id="103" name="Google Shape;103;p22"/>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22"/>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5" name="Google Shape;105;p22"/>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06" name="Google Shape;106;p22"/>
          <p:cNvSpPr txBox="1"/>
          <p:nvPr/>
        </p:nvSpPr>
        <p:spPr>
          <a:xfrm>
            <a:off x="862013" y="879961"/>
            <a:ext cx="609600" cy="584776"/>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8000">
                <a:solidFill>
                  <a:schemeClr val="dk1"/>
                </a:solidFill>
                <a:latin typeface="Garamond"/>
                <a:ea typeface="Garamond"/>
                <a:cs typeface="Garamond"/>
                <a:sym typeface="Garamond"/>
              </a:rPr>
              <a:t>“</a:t>
            </a:r>
            <a:endParaRPr/>
          </a:p>
        </p:txBody>
      </p:sp>
      <p:sp>
        <p:nvSpPr>
          <p:cNvPr id="107" name="Google Shape;107;p22"/>
          <p:cNvSpPr txBox="1"/>
          <p:nvPr/>
        </p:nvSpPr>
        <p:spPr>
          <a:xfrm>
            <a:off x="10600267" y="2827870"/>
            <a:ext cx="609600" cy="584776"/>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r>
              <a:rPr lang="en-US" sz="8000">
                <a:solidFill>
                  <a:schemeClr val="dk1"/>
                </a:solidFill>
                <a:latin typeface="Garamond"/>
                <a:ea typeface="Garamond"/>
                <a:cs typeface="Garamond"/>
                <a:sym typeface="Garamond"/>
              </a:rPr>
              <a:t>”</a:t>
            </a:r>
            <a:endParaRPr/>
          </a:p>
        </p:txBody>
      </p:sp>
      <p:cxnSp>
        <p:nvCxnSpPr>
          <p:cNvPr id="108" name="Google Shape;108;p22"/>
          <p:cNvCxnSpPr/>
          <p:nvPr/>
        </p:nvCxnSpPr>
        <p:spPr>
          <a:xfrm>
            <a:off x="1396169" y="4140199"/>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Name Card">
  <p:cSld name="Name Card">
    <p:spTree>
      <p:nvGrpSpPr>
        <p:cNvPr id="1" name="Shape 109"/>
        <p:cNvGrpSpPr/>
        <p:nvPr/>
      </p:nvGrpSpPr>
      <p:grpSpPr>
        <a:xfrm>
          <a:off x="0" y="0"/>
          <a:ext cx="0" cy="0"/>
          <a:chOff x="0" y="0"/>
          <a:chExt cx="0" cy="0"/>
        </a:xfrm>
      </p:grpSpPr>
      <p:sp>
        <p:nvSpPr>
          <p:cNvPr id="110" name="Google Shape;110;p23"/>
          <p:cNvSpPr txBox="1">
            <a:spLocks noGrp="1"/>
          </p:cNvSpPr>
          <p:nvPr>
            <p:ph type="title"/>
          </p:nvPr>
        </p:nvSpPr>
        <p:spPr>
          <a:xfrm>
            <a:off x="1295402" y="3308581"/>
            <a:ext cx="9609668" cy="14688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rgbClr val="262626"/>
              </a:buClr>
              <a:buSzPts val="3200"/>
              <a:buFont typeface="Garamond"/>
              <a:buNone/>
              <a:defRPr sz="3200" b="0" cap="none"/>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1" name="Google Shape;111;p23"/>
          <p:cNvSpPr txBox="1">
            <a:spLocks noGrp="1"/>
          </p:cNvSpPr>
          <p:nvPr>
            <p:ph type="body" idx="1"/>
          </p:nvPr>
        </p:nvSpPr>
        <p:spPr>
          <a:xfrm>
            <a:off x="1295401" y="4777381"/>
            <a:ext cx="9609668" cy="860400"/>
          </a:xfrm>
          <a:prstGeom prst="rect">
            <a:avLst/>
          </a:prstGeom>
          <a:noFill/>
          <a:ln>
            <a:noFill/>
          </a:ln>
        </p:spPr>
        <p:txBody>
          <a:bodyPr spcFirstLastPara="1" wrap="square" lIns="91425" tIns="45700" rIns="91425" bIns="45700" anchor="t" anchorCtr="0">
            <a:normAutofit/>
          </a:bodyPr>
          <a:lstStyle>
            <a:lvl1pPr marL="457200" lvl="0" indent="-228600" algn="l">
              <a:spcBef>
                <a:spcPts val="400"/>
              </a:spcBef>
              <a:spcAft>
                <a:spcPts val="0"/>
              </a:spcAft>
              <a:buSzPts val="2300"/>
              <a:buNone/>
              <a:defRPr sz="2000">
                <a:solidFill>
                  <a:schemeClr val="dk1"/>
                </a:solidFill>
              </a:defRPr>
            </a:lvl1pPr>
            <a:lvl2pPr marL="914400" lvl="1" indent="-228600" algn="l">
              <a:spcBef>
                <a:spcPts val="600"/>
              </a:spcBef>
              <a:spcAft>
                <a:spcPts val="0"/>
              </a:spcAft>
              <a:buSzPts val="2070"/>
              <a:buNone/>
              <a:defRPr sz="1800">
                <a:solidFill>
                  <a:srgbClr val="888888"/>
                </a:solidFill>
              </a:defRPr>
            </a:lvl2pPr>
            <a:lvl3pPr marL="1371600" lvl="2" indent="-228600" algn="l">
              <a:spcBef>
                <a:spcPts val="600"/>
              </a:spcBef>
              <a:spcAft>
                <a:spcPts val="0"/>
              </a:spcAft>
              <a:buSzPts val="1840"/>
              <a:buNone/>
              <a:defRPr sz="1600">
                <a:solidFill>
                  <a:srgbClr val="888888"/>
                </a:solidFill>
              </a:defRPr>
            </a:lvl3pPr>
            <a:lvl4pPr marL="1828800" lvl="3" indent="-228600" algn="l">
              <a:spcBef>
                <a:spcPts val="600"/>
              </a:spcBef>
              <a:spcAft>
                <a:spcPts val="0"/>
              </a:spcAft>
              <a:buSzPts val="1610"/>
              <a:buNone/>
              <a:defRPr sz="1400">
                <a:solidFill>
                  <a:srgbClr val="888888"/>
                </a:solidFill>
              </a:defRPr>
            </a:lvl4pPr>
            <a:lvl5pPr marL="2286000" lvl="4" indent="-228600" algn="l">
              <a:spcBef>
                <a:spcPts val="600"/>
              </a:spcBef>
              <a:spcAft>
                <a:spcPts val="0"/>
              </a:spcAft>
              <a:buSzPts val="1610"/>
              <a:buNone/>
              <a:defRPr sz="1400">
                <a:solidFill>
                  <a:srgbClr val="888888"/>
                </a:solidFill>
              </a:defRPr>
            </a:lvl5pPr>
            <a:lvl6pPr marL="2743200" lvl="5" indent="-228600" algn="l">
              <a:spcBef>
                <a:spcPts val="600"/>
              </a:spcBef>
              <a:spcAft>
                <a:spcPts val="0"/>
              </a:spcAft>
              <a:buSzPts val="1610"/>
              <a:buNone/>
              <a:defRPr sz="1400">
                <a:solidFill>
                  <a:srgbClr val="888888"/>
                </a:solidFill>
              </a:defRPr>
            </a:lvl6pPr>
            <a:lvl7pPr marL="3200400" lvl="6" indent="-228600" algn="l">
              <a:spcBef>
                <a:spcPts val="600"/>
              </a:spcBef>
              <a:spcAft>
                <a:spcPts val="0"/>
              </a:spcAft>
              <a:buSzPts val="1610"/>
              <a:buNone/>
              <a:defRPr sz="1400">
                <a:solidFill>
                  <a:srgbClr val="888888"/>
                </a:solidFill>
              </a:defRPr>
            </a:lvl7pPr>
            <a:lvl8pPr marL="3657600" lvl="7" indent="-228600" algn="l">
              <a:spcBef>
                <a:spcPts val="600"/>
              </a:spcBef>
              <a:spcAft>
                <a:spcPts val="0"/>
              </a:spcAft>
              <a:buSzPts val="1610"/>
              <a:buNone/>
              <a:defRPr sz="1400">
                <a:solidFill>
                  <a:srgbClr val="888888"/>
                </a:solidFill>
              </a:defRPr>
            </a:lvl8pPr>
            <a:lvl9pPr marL="4114800" lvl="8" indent="-228600" algn="l">
              <a:spcBef>
                <a:spcPts val="600"/>
              </a:spcBef>
              <a:spcAft>
                <a:spcPts val="600"/>
              </a:spcAft>
              <a:buSzPts val="1610"/>
              <a:buNone/>
              <a:defRPr sz="1400">
                <a:solidFill>
                  <a:srgbClr val="888888"/>
                </a:solidFill>
              </a:defRPr>
            </a:lvl9pPr>
          </a:lstStyle>
          <a:p>
            <a:endParaRPr/>
          </a:p>
        </p:txBody>
      </p:sp>
      <p:sp>
        <p:nvSpPr>
          <p:cNvPr id="112" name="Google Shape;112;p23"/>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3" name="Google Shape;113;p23"/>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4" name="Google Shape;114;p23"/>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Name Card">
  <p:cSld name="Quote Name Card">
    <p:spTree>
      <p:nvGrpSpPr>
        <p:cNvPr id="1" name="Shape 115"/>
        <p:cNvGrpSpPr/>
        <p:nvPr/>
      </p:nvGrpSpPr>
      <p:grpSpPr>
        <a:xfrm>
          <a:off x="0" y="0"/>
          <a:ext cx="0" cy="0"/>
          <a:chOff x="0" y="0"/>
          <a:chExt cx="0" cy="0"/>
        </a:xfrm>
      </p:grpSpPr>
      <p:sp>
        <p:nvSpPr>
          <p:cNvPr id="116" name="Google Shape;116;p24"/>
          <p:cNvSpPr txBox="1">
            <a:spLocks noGrp="1"/>
          </p:cNvSpPr>
          <p:nvPr>
            <p:ph type="title"/>
          </p:nvPr>
        </p:nvSpPr>
        <p:spPr>
          <a:xfrm>
            <a:off x="1446213" y="982132"/>
            <a:ext cx="9296398" cy="2243668"/>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3200"/>
              <a:buFont typeface="Garamond"/>
              <a:buNone/>
              <a:defRPr sz="3200" b="0" cap="none">
                <a:solidFill>
                  <a:schemeClr val="dk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7" name="Google Shape;117;p24"/>
          <p:cNvSpPr txBox="1">
            <a:spLocks noGrp="1"/>
          </p:cNvSpPr>
          <p:nvPr>
            <p:ph type="body" idx="1"/>
          </p:nvPr>
        </p:nvSpPr>
        <p:spPr>
          <a:xfrm>
            <a:off x="1295401" y="3639312"/>
            <a:ext cx="9609668" cy="886968"/>
          </a:xfrm>
          <a:prstGeom prst="rect">
            <a:avLst/>
          </a:prstGeom>
          <a:noFill/>
          <a:ln>
            <a:noFill/>
          </a:ln>
        </p:spPr>
        <p:txBody>
          <a:bodyPr spcFirstLastPara="1" wrap="square" lIns="91425" tIns="45700" rIns="91425" bIns="45700" anchor="b" anchorCtr="0">
            <a:normAutofit/>
          </a:bodyPr>
          <a:lstStyle>
            <a:lvl1pPr marL="457200" lvl="0" indent="-228600" algn="l">
              <a:spcBef>
                <a:spcPts val="0"/>
              </a:spcBef>
              <a:spcAft>
                <a:spcPts val="0"/>
              </a:spcAft>
              <a:buSzPts val="2760"/>
              <a:buNone/>
              <a:defRPr sz="2400">
                <a:solidFill>
                  <a:schemeClr val="dk1"/>
                </a:solidFill>
              </a:defRPr>
            </a:lvl1pPr>
            <a:lvl2pPr marL="914400" lvl="1" indent="-228600" algn="l">
              <a:spcBef>
                <a:spcPts val="600"/>
              </a:spcBef>
              <a:spcAft>
                <a:spcPts val="0"/>
              </a:spcAft>
              <a:buSzPts val="2070"/>
              <a:buNone/>
              <a:defRPr sz="1800">
                <a:solidFill>
                  <a:srgbClr val="888888"/>
                </a:solidFill>
              </a:defRPr>
            </a:lvl2pPr>
            <a:lvl3pPr marL="1371600" lvl="2" indent="-228600" algn="l">
              <a:spcBef>
                <a:spcPts val="600"/>
              </a:spcBef>
              <a:spcAft>
                <a:spcPts val="0"/>
              </a:spcAft>
              <a:buSzPts val="1840"/>
              <a:buNone/>
              <a:defRPr sz="1600">
                <a:solidFill>
                  <a:srgbClr val="888888"/>
                </a:solidFill>
              </a:defRPr>
            </a:lvl3pPr>
            <a:lvl4pPr marL="1828800" lvl="3" indent="-228600" algn="l">
              <a:spcBef>
                <a:spcPts val="600"/>
              </a:spcBef>
              <a:spcAft>
                <a:spcPts val="0"/>
              </a:spcAft>
              <a:buSzPts val="1610"/>
              <a:buNone/>
              <a:defRPr sz="1400">
                <a:solidFill>
                  <a:srgbClr val="888888"/>
                </a:solidFill>
              </a:defRPr>
            </a:lvl4pPr>
            <a:lvl5pPr marL="2286000" lvl="4" indent="-228600" algn="l">
              <a:spcBef>
                <a:spcPts val="600"/>
              </a:spcBef>
              <a:spcAft>
                <a:spcPts val="0"/>
              </a:spcAft>
              <a:buSzPts val="1610"/>
              <a:buNone/>
              <a:defRPr sz="1400">
                <a:solidFill>
                  <a:srgbClr val="888888"/>
                </a:solidFill>
              </a:defRPr>
            </a:lvl5pPr>
            <a:lvl6pPr marL="2743200" lvl="5" indent="-228600" algn="l">
              <a:spcBef>
                <a:spcPts val="600"/>
              </a:spcBef>
              <a:spcAft>
                <a:spcPts val="0"/>
              </a:spcAft>
              <a:buSzPts val="1610"/>
              <a:buNone/>
              <a:defRPr sz="1400">
                <a:solidFill>
                  <a:srgbClr val="888888"/>
                </a:solidFill>
              </a:defRPr>
            </a:lvl6pPr>
            <a:lvl7pPr marL="3200400" lvl="6" indent="-228600" algn="l">
              <a:spcBef>
                <a:spcPts val="600"/>
              </a:spcBef>
              <a:spcAft>
                <a:spcPts val="0"/>
              </a:spcAft>
              <a:buSzPts val="1610"/>
              <a:buNone/>
              <a:defRPr sz="1400">
                <a:solidFill>
                  <a:srgbClr val="888888"/>
                </a:solidFill>
              </a:defRPr>
            </a:lvl7pPr>
            <a:lvl8pPr marL="3657600" lvl="7" indent="-228600" algn="l">
              <a:spcBef>
                <a:spcPts val="600"/>
              </a:spcBef>
              <a:spcAft>
                <a:spcPts val="0"/>
              </a:spcAft>
              <a:buSzPts val="1610"/>
              <a:buNone/>
              <a:defRPr sz="1400">
                <a:solidFill>
                  <a:srgbClr val="888888"/>
                </a:solidFill>
              </a:defRPr>
            </a:lvl8pPr>
            <a:lvl9pPr marL="4114800" lvl="8" indent="-228600" algn="l">
              <a:spcBef>
                <a:spcPts val="600"/>
              </a:spcBef>
              <a:spcAft>
                <a:spcPts val="600"/>
              </a:spcAft>
              <a:buSzPts val="1610"/>
              <a:buNone/>
              <a:defRPr sz="1400">
                <a:solidFill>
                  <a:srgbClr val="888888"/>
                </a:solidFill>
              </a:defRPr>
            </a:lvl9pPr>
          </a:lstStyle>
          <a:p>
            <a:endParaRPr/>
          </a:p>
        </p:txBody>
      </p:sp>
      <p:sp>
        <p:nvSpPr>
          <p:cNvPr id="118" name="Google Shape;118;p24"/>
          <p:cNvSpPr txBox="1">
            <a:spLocks noGrp="1"/>
          </p:cNvSpPr>
          <p:nvPr>
            <p:ph type="body" idx="2"/>
          </p:nvPr>
        </p:nvSpPr>
        <p:spPr>
          <a:xfrm>
            <a:off x="1295401" y="4529667"/>
            <a:ext cx="9609668" cy="1346200"/>
          </a:xfrm>
          <a:prstGeom prst="rect">
            <a:avLst/>
          </a:prstGeom>
          <a:noFill/>
          <a:ln>
            <a:noFill/>
          </a:ln>
        </p:spPr>
        <p:txBody>
          <a:bodyPr spcFirstLastPara="1" wrap="square" lIns="91425" tIns="45700" rIns="91425" bIns="45700" anchor="t" anchorCtr="0">
            <a:normAutofit/>
          </a:bodyPr>
          <a:lstStyle>
            <a:lvl1pPr marL="457200" lvl="0" indent="-228600" algn="l">
              <a:spcBef>
                <a:spcPts val="360"/>
              </a:spcBef>
              <a:spcAft>
                <a:spcPts val="0"/>
              </a:spcAft>
              <a:buSzPts val="2070"/>
              <a:buNone/>
              <a:defRPr sz="1800">
                <a:solidFill>
                  <a:schemeClr val="dk1"/>
                </a:solidFill>
              </a:defRPr>
            </a:lvl1pPr>
            <a:lvl2pPr marL="914400" lvl="1" indent="-228600" algn="l">
              <a:spcBef>
                <a:spcPts val="600"/>
              </a:spcBef>
              <a:spcAft>
                <a:spcPts val="0"/>
              </a:spcAft>
              <a:buSzPts val="2070"/>
              <a:buNone/>
              <a:defRPr sz="1800">
                <a:solidFill>
                  <a:srgbClr val="888888"/>
                </a:solidFill>
              </a:defRPr>
            </a:lvl2pPr>
            <a:lvl3pPr marL="1371600" lvl="2" indent="-228600" algn="l">
              <a:spcBef>
                <a:spcPts val="600"/>
              </a:spcBef>
              <a:spcAft>
                <a:spcPts val="0"/>
              </a:spcAft>
              <a:buSzPts val="1840"/>
              <a:buNone/>
              <a:defRPr sz="1600">
                <a:solidFill>
                  <a:srgbClr val="888888"/>
                </a:solidFill>
              </a:defRPr>
            </a:lvl3pPr>
            <a:lvl4pPr marL="1828800" lvl="3" indent="-228600" algn="l">
              <a:spcBef>
                <a:spcPts val="600"/>
              </a:spcBef>
              <a:spcAft>
                <a:spcPts val="0"/>
              </a:spcAft>
              <a:buSzPts val="1610"/>
              <a:buNone/>
              <a:defRPr sz="1400">
                <a:solidFill>
                  <a:srgbClr val="888888"/>
                </a:solidFill>
              </a:defRPr>
            </a:lvl4pPr>
            <a:lvl5pPr marL="2286000" lvl="4" indent="-228600" algn="l">
              <a:spcBef>
                <a:spcPts val="600"/>
              </a:spcBef>
              <a:spcAft>
                <a:spcPts val="0"/>
              </a:spcAft>
              <a:buSzPts val="1610"/>
              <a:buNone/>
              <a:defRPr sz="1400">
                <a:solidFill>
                  <a:srgbClr val="888888"/>
                </a:solidFill>
              </a:defRPr>
            </a:lvl5pPr>
            <a:lvl6pPr marL="2743200" lvl="5" indent="-228600" algn="l">
              <a:spcBef>
                <a:spcPts val="600"/>
              </a:spcBef>
              <a:spcAft>
                <a:spcPts val="0"/>
              </a:spcAft>
              <a:buSzPts val="1610"/>
              <a:buNone/>
              <a:defRPr sz="1400">
                <a:solidFill>
                  <a:srgbClr val="888888"/>
                </a:solidFill>
              </a:defRPr>
            </a:lvl6pPr>
            <a:lvl7pPr marL="3200400" lvl="6" indent="-228600" algn="l">
              <a:spcBef>
                <a:spcPts val="600"/>
              </a:spcBef>
              <a:spcAft>
                <a:spcPts val="0"/>
              </a:spcAft>
              <a:buSzPts val="1610"/>
              <a:buNone/>
              <a:defRPr sz="1400">
                <a:solidFill>
                  <a:srgbClr val="888888"/>
                </a:solidFill>
              </a:defRPr>
            </a:lvl7pPr>
            <a:lvl8pPr marL="3657600" lvl="7" indent="-228600" algn="l">
              <a:spcBef>
                <a:spcPts val="600"/>
              </a:spcBef>
              <a:spcAft>
                <a:spcPts val="0"/>
              </a:spcAft>
              <a:buSzPts val="1610"/>
              <a:buNone/>
              <a:defRPr sz="1400">
                <a:solidFill>
                  <a:srgbClr val="888888"/>
                </a:solidFill>
              </a:defRPr>
            </a:lvl8pPr>
            <a:lvl9pPr marL="4114800" lvl="8" indent="-228600" algn="l">
              <a:spcBef>
                <a:spcPts val="600"/>
              </a:spcBef>
              <a:spcAft>
                <a:spcPts val="600"/>
              </a:spcAft>
              <a:buSzPts val="1610"/>
              <a:buNone/>
              <a:defRPr sz="1400">
                <a:solidFill>
                  <a:srgbClr val="888888"/>
                </a:solidFill>
              </a:defRPr>
            </a:lvl9pPr>
          </a:lstStyle>
          <a:p>
            <a:endParaRPr/>
          </a:p>
        </p:txBody>
      </p:sp>
      <p:sp>
        <p:nvSpPr>
          <p:cNvPr id="119" name="Google Shape;119;p24"/>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0" name="Google Shape;120;p24"/>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1" name="Google Shape;121;p24"/>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
        <p:nvSpPr>
          <p:cNvPr id="122" name="Google Shape;122;p24"/>
          <p:cNvSpPr txBox="1"/>
          <p:nvPr/>
        </p:nvSpPr>
        <p:spPr>
          <a:xfrm>
            <a:off x="862013" y="879961"/>
            <a:ext cx="609600" cy="584776"/>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8000">
                <a:solidFill>
                  <a:schemeClr val="dk1"/>
                </a:solidFill>
                <a:latin typeface="Garamond"/>
                <a:ea typeface="Garamond"/>
                <a:cs typeface="Garamond"/>
                <a:sym typeface="Garamond"/>
              </a:rPr>
              <a:t>“</a:t>
            </a:r>
            <a:endParaRPr/>
          </a:p>
        </p:txBody>
      </p:sp>
      <p:sp>
        <p:nvSpPr>
          <p:cNvPr id="123" name="Google Shape;123;p24"/>
          <p:cNvSpPr txBox="1"/>
          <p:nvPr/>
        </p:nvSpPr>
        <p:spPr>
          <a:xfrm>
            <a:off x="10600267" y="2599261"/>
            <a:ext cx="609600" cy="584776"/>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r>
              <a:rPr lang="en-US" sz="8000">
                <a:solidFill>
                  <a:schemeClr val="dk1"/>
                </a:solidFill>
                <a:latin typeface="Garamond"/>
                <a:ea typeface="Garamond"/>
                <a:cs typeface="Garamond"/>
                <a:sym typeface="Garamond"/>
              </a:rPr>
              <a:t>”</a:t>
            </a:r>
            <a:endParaRPr/>
          </a:p>
        </p:txBody>
      </p:sp>
      <p:cxnSp>
        <p:nvCxnSpPr>
          <p:cNvPr id="124" name="Google Shape;124;p24"/>
          <p:cNvCxnSpPr/>
          <p:nvPr/>
        </p:nvCxnSpPr>
        <p:spPr>
          <a:xfrm>
            <a:off x="1396169" y="3429000"/>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rue or False">
  <p:cSld name="True or False">
    <p:spTree>
      <p:nvGrpSpPr>
        <p:cNvPr id="1" name="Shape 125"/>
        <p:cNvGrpSpPr/>
        <p:nvPr/>
      </p:nvGrpSpPr>
      <p:grpSpPr>
        <a:xfrm>
          <a:off x="0" y="0"/>
          <a:ext cx="0" cy="0"/>
          <a:chOff x="0" y="0"/>
          <a:chExt cx="0" cy="0"/>
        </a:xfrm>
      </p:grpSpPr>
      <p:sp>
        <p:nvSpPr>
          <p:cNvPr id="126" name="Google Shape;126;p25"/>
          <p:cNvSpPr txBox="1">
            <a:spLocks noGrp="1"/>
          </p:cNvSpPr>
          <p:nvPr>
            <p:ph type="title"/>
          </p:nvPr>
        </p:nvSpPr>
        <p:spPr>
          <a:xfrm>
            <a:off x="1295401" y="982132"/>
            <a:ext cx="9609666" cy="2243668"/>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rgbClr val="262626"/>
              </a:buClr>
              <a:buSzPts val="4400"/>
              <a:buFont typeface="Garamond"/>
              <a:buNone/>
              <a:defRPr b="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7" name="Google Shape;127;p25"/>
          <p:cNvSpPr txBox="1">
            <a:spLocks noGrp="1"/>
          </p:cNvSpPr>
          <p:nvPr>
            <p:ph type="body" idx="1"/>
          </p:nvPr>
        </p:nvSpPr>
        <p:spPr>
          <a:xfrm>
            <a:off x="1295401" y="3630168"/>
            <a:ext cx="9609668" cy="841248"/>
          </a:xfrm>
          <a:prstGeom prst="rect">
            <a:avLst/>
          </a:prstGeom>
          <a:noFill/>
          <a:ln>
            <a:noFill/>
          </a:ln>
        </p:spPr>
        <p:txBody>
          <a:bodyPr spcFirstLastPara="1" wrap="square" lIns="91425" tIns="45700" rIns="91425" bIns="45700" anchor="b" anchorCtr="0">
            <a:normAutofit/>
          </a:bodyPr>
          <a:lstStyle>
            <a:lvl1pPr marL="457200" lvl="0" indent="-228600" algn="l">
              <a:spcBef>
                <a:spcPts val="0"/>
              </a:spcBef>
              <a:spcAft>
                <a:spcPts val="0"/>
              </a:spcAft>
              <a:buSzPts val="3220"/>
              <a:buNone/>
              <a:defRPr sz="2800">
                <a:solidFill>
                  <a:schemeClr val="dk1"/>
                </a:solidFill>
              </a:defRPr>
            </a:lvl1pPr>
            <a:lvl2pPr marL="914400" lvl="1" indent="-228600" algn="l">
              <a:spcBef>
                <a:spcPts val="600"/>
              </a:spcBef>
              <a:spcAft>
                <a:spcPts val="0"/>
              </a:spcAft>
              <a:buSzPts val="2070"/>
              <a:buNone/>
              <a:defRPr sz="1800">
                <a:solidFill>
                  <a:srgbClr val="888888"/>
                </a:solidFill>
              </a:defRPr>
            </a:lvl2pPr>
            <a:lvl3pPr marL="1371600" lvl="2" indent="-228600" algn="l">
              <a:spcBef>
                <a:spcPts val="600"/>
              </a:spcBef>
              <a:spcAft>
                <a:spcPts val="0"/>
              </a:spcAft>
              <a:buSzPts val="1840"/>
              <a:buNone/>
              <a:defRPr sz="1600">
                <a:solidFill>
                  <a:srgbClr val="888888"/>
                </a:solidFill>
              </a:defRPr>
            </a:lvl3pPr>
            <a:lvl4pPr marL="1828800" lvl="3" indent="-228600" algn="l">
              <a:spcBef>
                <a:spcPts val="600"/>
              </a:spcBef>
              <a:spcAft>
                <a:spcPts val="0"/>
              </a:spcAft>
              <a:buSzPts val="1610"/>
              <a:buNone/>
              <a:defRPr sz="1400">
                <a:solidFill>
                  <a:srgbClr val="888888"/>
                </a:solidFill>
              </a:defRPr>
            </a:lvl4pPr>
            <a:lvl5pPr marL="2286000" lvl="4" indent="-228600" algn="l">
              <a:spcBef>
                <a:spcPts val="600"/>
              </a:spcBef>
              <a:spcAft>
                <a:spcPts val="0"/>
              </a:spcAft>
              <a:buSzPts val="1610"/>
              <a:buNone/>
              <a:defRPr sz="1400">
                <a:solidFill>
                  <a:srgbClr val="888888"/>
                </a:solidFill>
              </a:defRPr>
            </a:lvl5pPr>
            <a:lvl6pPr marL="2743200" lvl="5" indent="-228600" algn="l">
              <a:spcBef>
                <a:spcPts val="600"/>
              </a:spcBef>
              <a:spcAft>
                <a:spcPts val="0"/>
              </a:spcAft>
              <a:buSzPts val="1610"/>
              <a:buNone/>
              <a:defRPr sz="1400">
                <a:solidFill>
                  <a:srgbClr val="888888"/>
                </a:solidFill>
              </a:defRPr>
            </a:lvl6pPr>
            <a:lvl7pPr marL="3200400" lvl="6" indent="-228600" algn="l">
              <a:spcBef>
                <a:spcPts val="600"/>
              </a:spcBef>
              <a:spcAft>
                <a:spcPts val="0"/>
              </a:spcAft>
              <a:buSzPts val="1610"/>
              <a:buNone/>
              <a:defRPr sz="1400">
                <a:solidFill>
                  <a:srgbClr val="888888"/>
                </a:solidFill>
              </a:defRPr>
            </a:lvl7pPr>
            <a:lvl8pPr marL="3657600" lvl="7" indent="-228600" algn="l">
              <a:spcBef>
                <a:spcPts val="600"/>
              </a:spcBef>
              <a:spcAft>
                <a:spcPts val="0"/>
              </a:spcAft>
              <a:buSzPts val="1610"/>
              <a:buNone/>
              <a:defRPr sz="1400">
                <a:solidFill>
                  <a:srgbClr val="888888"/>
                </a:solidFill>
              </a:defRPr>
            </a:lvl8pPr>
            <a:lvl9pPr marL="4114800" lvl="8" indent="-228600" algn="l">
              <a:spcBef>
                <a:spcPts val="600"/>
              </a:spcBef>
              <a:spcAft>
                <a:spcPts val="600"/>
              </a:spcAft>
              <a:buSzPts val="1610"/>
              <a:buNone/>
              <a:defRPr sz="1400">
                <a:solidFill>
                  <a:srgbClr val="888888"/>
                </a:solidFill>
              </a:defRPr>
            </a:lvl9pPr>
          </a:lstStyle>
          <a:p>
            <a:endParaRPr/>
          </a:p>
        </p:txBody>
      </p:sp>
      <p:sp>
        <p:nvSpPr>
          <p:cNvPr id="128" name="Google Shape;128;p25"/>
          <p:cNvSpPr txBox="1">
            <a:spLocks noGrp="1"/>
          </p:cNvSpPr>
          <p:nvPr>
            <p:ph type="body" idx="2"/>
          </p:nvPr>
        </p:nvSpPr>
        <p:spPr>
          <a:xfrm>
            <a:off x="1295400" y="4470399"/>
            <a:ext cx="9609670" cy="1405467"/>
          </a:xfrm>
          <a:prstGeom prst="rect">
            <a:avLst/>
          </a:prstGeom>
          <a:noFill/>
          <a:ln>
            <a:noFill/>
          </a:ln>
        </p:spPr>
        <p:txBody>
          <a:bodyPr spcFirstLastPara="1" wrap="square" lIns="91425" tIns="45700" rIns="91425" bIns="45700" anchor="t" anchorCtr="0">
            <a:normAutofit/>
          </a:bodyPr>
          <a:lstStyle>
            <a:lvl1pPr marL="457200" lvl="0" indent="-228600" algn="l">
              <a:spcBef>
                <a:spcPts val="360"/>
              </a:spcBef>
              <a:spcAft>
                <a:spcPts val="0"/>
              </a:spcAft>
              <a:buSzPts val="2070"/>
              <a:buNone/>
              <a:defRPr sz="1800">
                <a:solidFill>
                  <a:schemeClr val="dk1"/>
                </a:solidFill>
              </a:defRPr>
            </a:lvl1pPr>
            <a:lvl2pPr marL="914400" lvl="1" indent="-228600" algn="l">
              <a:spcBef>
                <a:spcPts val="600"/>
              </a:spcBef>
              <a:spcAft>
                <a:spcPts val="0"/>
              </a:spcAft>
              <a:buSzPts val="2070"/>
              <a:buNone/>
              <a:defRPr sz="1800">
                <a:solidFill>
                  <a:srgbClr val="888888"/>
                </a:solidFill>
              </a:defRPr>
            </a:lvl2pPr>
            <a:lvl3pPr marL="1371600" lvl="2" indent="-228600" algn="l">
              <a:spcBef>
                <a:spcPts val="600"/>
              </a:spcBef>
              <a:spcAft>
                <a:spcPts val="0"/>
              </a:spcAft>
              <a:buSzPts val="1840"/>
              <a:buNone/>
              <a:defRPr sz="1600">
                <a:solidFill>
                  <a:srgbClr val="888888"/>
                </a:solidFill>
              </a:defRPr>
            </a:lvl3pPr>
            <a:lvl4pPr marL="1828800" lvl="3" indent="-228600" algn="l">
              <a:spcBef>
                <a:spcPts val="600"/>
              </a:spcBef>
              <a:spcAft>
                <a:spcPts val="0"/>
              </a:spcAft>
              <a:buSzPts val="1610"/>
              <a:buNone/>
              <a:defRPr sz="1400">
                <a:solidFill>
                  <a:srgbClr val="888888"/>
                </a:solidFill>
              </a:defRPr>
            </a:lvl4pPr>
            <a:lvl5pPr marL="2286000" lvl="4" indent="-228600" algn="l">
              <a:spcBef>
                <a:spcPts val="600"/>
              </a:spcBef>
              <a:spcAft>
                <a:spcPts val="0"/>
              </a:spcAft>
              <a:buSzPts val="1610"/>
              <a:buNone/>
              <a:defRPr sz="1400">
                <a:solidFill>
                  <a:srgbClr val="888888"/>
                </a:solidFill>
              </a:defRPr>
            </a:lvl5pPr>
            <a:lvl6pPr marL="2743200" lvl="5" indent="-228600" algn="l">
              <a:spcBef>
                <a:spcPts val="600"/>
              </a:spcBef>
              <a:spcAft>
                <a:spcPts val="0"/>
              </a:spcAft>
              <a:buSzPts val="1610"/>
              <a:buNone/>
              <a:defRPr sz="1400">
                <a:solidFill>
                  <a:srgbClr val="888888"/>
                </a:solidFill>
              </a:defRPr>
            </a:lvl6pPr>
            <a:lvl7pPr marL="3200400" lvl="6" indent="-228600" algn="l">
              <a:spcBef>
                <a:spcPts val="600"/>
              </a:spcBef>
              <a:spcAft>
                <a:spcPts val="0"/>
              </a:spcAft>
              <a:buSzPts val="1610"/>
              <a:buNone/>
              <a:defRPr sz="1400">
                <a:solidFill>
                  <a:srgbClr val="888888"/>
                </a:solidFill>
              </a:defRPr>
            </a:lvl7pPr>
            <a:lvl8pPr marL="3657600" lvl="7" indent="-228600" algn="l">
              <a:spcBef>
                <a:spcPts val="600"/>
              </a:spcBef>
              <a:spcAft>
                <a:spcPts val="0"/>
              </a:spcAft>
              <a:buSzPts val="1610"/>
              <a:buNone/>
              <a:defRPr sz="1400">
                <a:solidFill>
                  <a:srgbClr val="888888"/>
                </a:solidFill>
              </a:defRPr>
            </a:lvl8pPr>
            <a:lvl9pPr marL="4114800" lvl="8" indent="-228600" algn="l">
              <a:spcBef>
                <a:spcPts val="600"/>
              </a:spcBef>
              <a:spcAft>
                <a:spcPts val="600"/>
              </a:spcAft>
              <a:buSzPts val="1610"/>
              <a:buNone/>
              <a:defRPr sz="1400">
                <a:solidFill>
                  <a:srgbClr val="888888"/>
                </a:solidFill>
              </a:defRPr>
            </a:lvl9pPr>
          </a:lstStyle>
          <a:p>
            <a:endParaRPr/>
          </a:p>
        </p:txBody>
      </p:sp>
      <p:sp>
        <p:nvSpPr>
          <p:cNvPr id="129" name="Google Shape;129;p25"/>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0" name="Google Shape;130;p25"/>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1" name="Google Shape;131;p25"/>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cxnSp>
        <p:nvCxnSpPr>
          <p:cNvPr id="132" name="Google Shape;132;p25"/>
          <p:cNvCxnSpPr/>
          <p:nvPr/>
        </p:nvCxnSpPr>
        <p:spPr>
          <a:xfrm>
            <a:off x="1396169" y="3429000"/>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33"/>
        <p:cNvGrpSpPr/>
        <p:nvPr/>
      </p:nvGrpSpPr>
      <p:grpSpPr>
        <a:xfrm>
          <a:off x="0" y="0"/>
          <a:ext cx="0" cy="0"/>
          <a:chOff x="0" y="0"/>
          <a:chExt cx="0" cy="0"/>
        </a:xfrm>
      </p:grpSpPr>
      <p:sp>
        <p:nvSpPr>
          <p:cNvPr id="134" name="Google Shape;134;p26"/>
          <p:cNvSpPr txBox="1">
            <a:spLocks noGrp="1"/>
          </p:cNvSpPr>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rgbClr val="262626"/>
              </a:buClr>
              <a:buSzPts val="4400"/>
              <a:buFont typeface="Garamond"/>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5" name="Google Shape;135;p26"/>
          <p:cNvSpPr txBox="1">
            <a:spLocks noGrp="1"/>
          </p:cNvSpPr>
          <p:nvPr>
            <p:ph type="body" idx="1"/>
          </p:nvPr>
        </p:nvSpPr>
        <p:spPr>
          <a:xfrm rot="5400000">
            <a:off x="4436531" y="-584198"/>
            <a:ext cx="3318936" cy="9601196"/>
          </a:xfrm>
          <a:prstGeom prst="rect">
            <a:avLst/>
          </a:prstGeom>
          <a:noFill/>
          <a:ln>
            <a:noFill/>
          </a:ln>
        </p:spPr>
        <p:txBody>
          <a:bodyPr spcFirstLastPara="1" wrap="square" lIns="91425" tIns="45700" rIns="91425" bIns="45700" anchor="t" anchorCtr="0">
            <a:normAutofit/>
          </a:bodyPr>
          <a:lstStyle>
            <a:lvl1pPr marL="457200" lvl="0" indent="-360045" algn="l">
              <a:spcBef>
                <a:spcPts val="360"/>
              </a:spcBef>
              <a:spcAft>
                <a:spcPts val="0"/>
              </a:spcAft>
              <a:buSzPts val="2070"/>
              <a:buChar char="•"/>
              <a:defRPr/>
            </a:lvl1pPr>
            <a:lvl2pPr marL="914400" lvl="1" indent="-360044" algn="l">
              <a:spcBef>
                <a:spcPts val="600"/>
              </a:spcBef>
              <a:spcAft>
                <a:spcPts val="0"/>
              </a:spcAft>
              <a:buSzPts val="2070"/>
              <a:buChar char="•"/>
              <a:defRPr/>
            </a:lvl2pPr>
            <a:lvl3pPr marL="1371600" lvl="2" indent="-360044" algn="l">
              <a:spcBef>
                <a:spcPts val="600"/>
              </a:spcBef>
              <a:spcAft>
                <a:spcPts val="0"/>
              </a:spcAft>
              <a:buSzPts val="2070"/>
              <a:buChar char="•"/>
              <a:defRPr/>
            </a:lvl3pPr>
            <a:lvl4pPr marL="1828800" lvl="3" indent="-360044" algn="l">
              <a:spcBef>
                <a:spcPts val="600"/>
              </a:spcBef>
              <a:spcAft>
                <a:spcPts val="0"/>
              </a:spcAft>
              <a:buSzPts val="2070"/>
              <a:buChar char="•"/>
              <a:defRPr/>
            </a:lvl4pPr>
            <a:lvl5pPr marL="2286000" lvl="4" indent="-360045" algn="l">
              <a:spcBef>
                <a:spcPts val="600"/>
              </a:spcBef>
              <a:spcAft>
                <a:spcPts val="0"/>
              </a:spcAft>
              <a:buSzPts val="2070"/>
              <a:buChar char="•"/>
              <a:defRPr/>
            </a:lvl5pPr>
            <a:lvl6pPr marL="2743200" lvl="5" indent="-360045" algn="l">
              <a:spcBef>
                <a:spcPts val="600"/>
              </a:spcBef>
              <a:spcAft>
                <a:spcPts val="0"/>
              </a:spcAft>
              <a:buSzPts val="2070"/>
              <a:buChar char="•"/>
              <a:defRPr/>
            </a:lvl6pPr>
            <a:lvl7pPr marL="3200400" lvl="6" indent="-360045" algn="l">
              <a:spcBef>
                <a:spcPts val="600"/>
              </a:spcBef>
              <a:spcAft>
                <a:spcPts val="0"/>
              </a:spcAft>
              <a:buSzPts val="2070"/>
              <a:buChar char="•"/>
              <a:defRPr/>
            </a:lvl7pPr>
            <a:lvl8pPr marL="3657600" lvl="7" indent="-360045" algn="l">
              <a:spcBef>
                <a:spcPts val="600"/>
              </a:spcBef>
              <a:spcAft>
                <a:spcPts val="0"/>
              </a:spcAft>
              <a:buSzPts val="2070"/>
              <a:buChar char="•"/>
              <a:defRPr/>
            </a:lvl8pPr>
            <a:lvl9pPr marL="4114800" lvl="8" indent="-360045" algn="l">
              <a:spcBef>
                <a:spcPts val="600"/>
              </a:spcBef>
              <a:spcAft>
                <a:spcPts val="600"/>
              </a:spcAft>
              <a:buSzPts val="2070"/>
              <a:buChar char="•"/>
              <a:defRPr/>
            </a:lvl9pPr>
          </a:lstStyle>
          <a:p>
            <a:endParaRPr/>
          </a:p>
        </p:txBody>
      </p:sp>
      <p:sp>
        <p:nvSpPr>
          <p:cNvPr id="136" name="Google Shape;136;p26"/>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7" name="Google Shape;137;p26"/>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8" name="Google Shape;138;p26"/>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cxnSp>
        <p:nvCxnSpPr>
          <p:cNvPr id="139" name="Google Shape;139;p26"/>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40"/>
        <p:cNvGrpSpPr/>
        <p:nvPr/>
      </p:nvGrpSpPr>
      <p:grpSpPr>
        <a:xfrm>
          <a:off x="0" y="0"/>
          <a:ext cx="0" cy="0"/>
          <a:chOff x="0" y="0"/>
          <a:chExt cx="0" cy="0"/>
        </a:xfrm>
      </p:grpSpPr>
      <p:sp>
        <p:nvSpPr>
          <p:cNvPr id="141" name="Google Shape;141;p27"/>
          <p:cNvSpPr txBox="1">
            <a:spLocks noGrp="1"/>
          </p:cNvSpPr>
          <p:nvPr>
            <p:ph type="title"/>
          </p:nvPr>
        </p:nvSpPr>
        <p:spPr>
          <a:xfrm rot="5400000">
            <a:off x="7497936" y="2483551"/>
            <a:ext cx="4893735" cy="189089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rgbClr val="262626"/>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2" name="Google Shape;142;p27"/>
          <p:cNvSpPr txBox="1">
            <a:spLocks noGrp="1"/>
          </p:cNvSpPr>
          <p:nvPr>
            <p:ph type="body" idx="1"/>
          </p:nvPr>
        </p:nvSpPr>
        <p:spPr>
          <a:xfrm rot="5400000">
            <a:off x="2565043" y="-287514"/>
            <a:ext cx="4893734" cy="7433025"/>
          </a:xfrm>
          <a:prstGeom prst="rect">
            <a:avLst/>
          </a:prstGeom>
          <a:noFill/>
          <a:ln>
            <a:noFill/>
          </a:ln>
        </p:spPr>
        <p:txBody>
          <a:bodyPr spcFirstLastPara="1" wrap="square" lIns="91425" tIns="45700" rIns="91425" bIns="45700" anchor="t" anchorCtr="0">
            <a:normAutofit/>
          </a:bodyPr>
          <a:lstStyle>
            <a:lvl1pPr marL="457200" lvl="0" indent="-360045" algn="l">
              <a:spcBef>
                <a:spcPts val="360"/>
              </a:spcBef>
              <a:spcAft>
                <a:spcPts val="0"/>
              </a:spcAft>
              <a:buSzPts val="2070"/>
              <a:buChar char="•"/>
              <a:defRPr/>
            </a:lvl1pPr>
            <a:lvl2pPr marL="914400" lvl="1" indent="-360044" algn="l">
              <a:spcBef>
                <a:spcPts val="600"/>
              </a:spcBef>
              <a:spcAft>
                <a:spcPts val="0"/>
              </a:spcAft>
              <a:buSzPts val="2070"/>
              <a:buChar char="•"/>
              <a:defRPr/>
            </a:lvl2pPr>
            <a:lvl3pPr marL="1371600" lvl="2" indent="-360044" algn="l">
              <a:spcBef>
                <a:spcPts val="600"/>
              </a:spcBef>
              <a:spcAft>
                <a:spcPts val="0"/>
              </a:spcAft>
              <a:buSzPts val="2070"/>
              <a:buChar char="•"/>
              <a:defRPr/>
            </a:lvl3pPr>
            <a:lvl4pPr marL="1828800" lvl="3" indent="-360044" algn="l">
              <a:spcBef>
                <a:spcPts val="600"/>
              </a:spcBef>
              <a:spcAft>
                <a:spcPts val="0"/>
              </a:spcAft>
              <a:buSzPts val="2070"/>
              <a:buChar char="•"/>
              <a:defRPr/>
            </a:lvl4pPr>
            <a:lvl5pPr marL="2286000" lvl="4" indent="-360045" algn="l">
              <a:spcBef>
                <a:spcPts val="600"/>
              </a:spcBef>
              <a:spcAft>
                <a:spcPts val="0"/>
              </a:spcAft>
              <a:buSzPts val="2070"/>
              <a:buChar char="•"/>
              <a:defRPr/>
            </a:lvl5pPr>
            <a:lvl6pPr marL="2743200" lvl="5" indent="-360045" algn="l">
              <a:spcBef>
                <a:spcPts val="600"/>
              </a:spcBef>
              <a:spcAft>
                <a:spcPts val="0"/>
              </a:spcAft>
              <a:buSzPts val="2070"/>
              <a:buChar char="•"/>
              <a:defRPr/>
            </a:lvl6pPr>
            <a:lvl7pPr marL="3200400" lvl="6" indent="-360045" algn="l">
              <a:spcBef>
                <a:spcPts val="600"/>
              </a:spcBef>
              <a:spcAft>
                <a:spcPts val="0"/>
              </a:spcAft>
              <a:buSzPts val="2070"/>
              <a:buChar char="•"/>
              <a:defRPr/>
            </a:lvl7pPr>
            <a:lvl8pPr marL="3657600" lvl="7" indent="-360045" algn="l">
              <a:spcBef>
                <a:spcPts val="600"/>
              </a:spcBef>
              <a:spcAft>
                <a:spcPts val="0"/>
              </a:spcAft>
              <a:buSzPts val="2070"/>
              <a:buChar char="•"/>
              <a:defRPr/>
            </a:lvl8pPr>
            <a:lvl9pPr marL="4114800" lvl="8" indent="-360045" algn="l">
              <a:spcBef>
                <a:spcPts val="600"/>
              </a:spcBef>
              <a:spcAft>
                <a:spcPts val="600"/>
              </a:spcAft>
              <a:buSzPts val="2070"/>
              <a:buChar char="•"/>
              <a:defRPr/>
            </a:lvl9pPr>
          </a:lstStyle>
          <a:p>
            <a:endParaRPr/>
          </a:p>
        </p:txBody>
      </p:sp>
      <p:sp>
        <p:nvSpPr>
          <p:cNvPr id="143" name="Google Shape;143;p27"/>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4" name="Google Shape;144;p27"/>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5" name="Google Shape;145;p27"/>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cxnSp>
        <p:nvCxnSpPr>
          <p:cNvPr id="146" name="Google Shape;146;p27"/>
          <p:cNvCxnSpPr/>
          <p:nvPr/>
        </p:nvCxnSpPr>
        <p:spPr>
          <a:xfrm>
            <a:off x="8863890" y="990600"/>
            <a:ext cx="0" cy="487680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3.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jp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9">
            <a:alphaModFix/>
          </a:blip>
          <a:stretch>
            <a:fillRect/>
          </a:stretch>
        </a:blipFill>
        <a:effectLst/>
      </p:bgPr>
    </p:bg>
    <p:spTree>
      <p:nvGrpSpPr>
        <p:cNvPr id="1" name="Shape 5"/>
        <p:cNvGrpSpPr/>
        <p:nvPr/>
      </p:nvGrpSpPr>
      <p:grpSpPr>
        <a:xfrm>
          <a:off x="0" y="0"/>
          <a:ext cx="0" cy="0"/>
          <a:chOff x="0" y="0"/>
          <a:chExt cx="0" cy="0"/>
        </a:xfrm>
      </p:grpSpPr>
      <p:grpSp>
        <p:nvGrpSpPr>
          <p:cNvPr id="6" name="Google Shape;6;p10"/>
          <p:cNvGrpSpPr/>
          <p:nvPr/>
        </p:nvGrpSpPr>
        <p:grpSpPr>
          <a:xfrm>
            <a:off x="-15736" y="0"/>
            <a:ext cx="12229962" cy="6856214"/>
            <a:chOff x="-15736" y="0"/>
            <a:chExt cx="12229962" cy="6856214"/>
          </a:xfrm>
        </p:grpSpPr>
        <p:pic>
          <p:nvPicPr>
            <p:cNvPr id="7" name="Google Shape;7;p10" descr="HD-PanelContent.png"/>
            <p:cNvPicPr preferRelativeResize="0"/>
            <p:nvPr/>
          </p:nvPicPr>
          <p:blipFill rotWithShape="1">
            <a:blip r:embed="rId20">
              <a:alphaModFix/>
            </a:blip>
            <a:srcRect/>
            <a:stretch/>
          </p:blipFill>
          <p:spPr>
            <a:xfrm>
              <a:off x="0" y="0"/>
              <a:ext cx="12188825" cy="6856214"/>
            </a:xfrm>
            <a:prstGeom prst="rect">
              <a:avLst/>
            </a:prstGeom>
            <a:noFill/>
            <a:ln>
              <a:noFill/>
            </a:ln>
          </p:spPr>
        </p:pic>
        <p:sp>
          <p:nvSpPr>
            <p:cNvPr id="8" name="Google Shape;8;p10"/>
            <p:cNvSpPr/>
            <p:nvPr/>
          </p:nvSpPr>
          <p:spPr>
            <a:xfrm>
              <a:off x="608012" y="609600"/>
              <a:ext cx="10972800" cy="5638800"/>
            </a:xfrm>
            <a:prstGeom prst="rect">
              <a:avLst/>
            </a:prstGeom>
            <a:noFill/>
            <a:ln w="15875" cap="flat" cmpd="sng">
              <a:solidFill>
                <a:schemeClr val="accent1"/>
              </a:solidFill>
              <a:prstDash val="solid"/>
              <a:miter lim="800000"/>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9" name="Google Shape;9;p10" descr="HDRibbonContent-UniformTrim.png"/>
            <p:cNvPicPr preferRelativeResize="0"/>
            <p:nvPr/>
          </p:nvPicPr>
          <p:blipFill rotWithShape="1">
            <a:blip r:embed="rId21">
              <a:alphaModFix/>
            </a:blip>
            <a:srcRect/>
            <a:stretch/>
          </p:blipFill>
          <p:spPr>
            <a:xfrm>
              <a:off x="-15736" y="3153832"/>
              <a:ext cx="777240" cy="606425"/>
            </a:xfrm>
            <a:prstGeom prst="rect">
              <a:avLst/>
            </a:prstGeom>
            <a:noFill/>
            <a:ln>
              <a:noFill/>
            </a:ln>
          </p:spPr>
        </p:pic>
        <p:pic>
          <p:nvPicPr>
            <p:cNvPr id="10" name="Google Shape;10;p10" descr="HDRibbonContent-UniformTrim.png"/>
            <p:cNvPicPr preferRelativeResize="0"/>
            <p:nvPr/>
          </p:nvPicPr>
          <p:blipFill rotWithShape="1">
            <a:blip r:embed="rId21">
              <a:alphaModFix/>
            </a:blip>
            <a:srcRect/>
            <a:stretch/>
          </p:blipFill>
          <p:spPr>
            <a:xfrm>
              <a:off x="11436986" y="3153832"/>
              <a:ext cx="777240" cy="606425"/>
            </a:xfrm>
            <a:prstGeom prst="rect">
              <a:avLst/>
            </a:prstGeom>
            <a:noFill/>
            <a:ln>
              <a:noFill/>
            </a:ln>
          </p:spPr>
        </p:pic>
      </p:grpSp>
      <p:sp>
        <p:nvSpPr>
          <p:cNvPr id="11" name="Google Shape;11;p10"/>
          <p:cNvSpPr txBox="1">
            <a:spLocks noGrp="1"/>
          </p:cNvSpPr>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rgbClr val="262626"/>
              </a:buClr>
              <a:buSzPts val="4400"/>
              <a:buFont typeface="Garamond"/>
              <a:buNone/>
              <a:defRPr sz="4400" b="0" i="0" u="none" strike="noStrike" cap="none">
                <a:solidFill>
                  <a:srgbClr val="262626"/>
                </a:solidFill>
                <a:latin typeface="Garamond"/>
                <a:ea typeface="Garamond"/>
                <a:cs typeface="Garamond"/>
                <a:sym typeface="Garamond"/>
              </a:defRPr>
            </a:lvl1pPr>
            <a:lvl2pPr marR="0" lvl="1" algn="l" rtl="0">
              <a:spcBef>
                <a:spcPts val="0"/>
              </a:spcBef>
              <a:spcAft>
                <a:spcPts val="0"/>
              </a:spcAft>
              <a:buSzPts val="1400"/>
              <a:buNone/>
              <a:defRPr sz="1800" b="0" i="0" u="none" strike="noStrike" cap="none">
                <a:solidFill>
                  <a:schemeClr val="dk2"/>
                </a:solidFill>
              </a:defRPr>
            </a:lvl2pPr>
            <a:lvl3pPr marR="0" lvl="2" algn="l" rtl="0">
              <a:spcBef>
                <a:spcPts val="0"/>
              </a:spcBef>
              <a:spcAft>
                <a:spcPts val="0"/>
              </a:spcAft>
              <a:buSzPts val="1400"/>
              <a:buNone/>
              <a:defRPr sz="1800" b="0" i="0" u="none" strike="noStrike" cap="none">
                <a:solidFill>
                  <a:schemeClr val="dk2"/>
                </a:solidFill>
              </a:defRPr>
            </a:lvl3pPr>
            <a:lvl4pPr marR="0" lvl="3" algn="l" rtl="0">
              <a:spcBef>
                <a:spcPts val="0"/>
              </a:spcBef>
              <a:spcAft>
                <a:spcPts val="0"/>
              </a:spcAft>
              <a:buSzPts val="1400"/>
              <a:buNone/>
              <a:defRPr sz="1800" b="0" i="0" u="none" strike="noStrike" cap="none">
                <a:solidFill>
                  <a:schemeClr val="dk2"/>
                </a:solidFill>
              </a:defRPr>
            </a:lvl4pPr>
            <a:lvl5pPr marR="0" lvl="4" algn="l" rtl="0">
              <a:spcBef>
                <a:spcPts val="0"/>
              </a:spcBef>
              <a:spcAft>
                <a:spcPts val="0"/>
              </a:spcAft>
              <a:buSzPts val="1400"/>
              <a:buNone/>
              <a:defRPr sz="1800" b="0" i="0" u="none" strike="noStrike" cap="none">
                <a:solidFill>
                  <a:schemeClr val="dk2"/>
                </a:solidFill>
              </a:defRPr>
            </a:lvl5pPr>
            <a:lvl6pPr marR="0" lvl="5" algn="l" rtl="0">
              <a:spcBef>
                <a:spcPts val="0"/>
              </a:spcBef>
              <a:spcAft>
                <a:spcPts val="0"/>
              </a:spcAft>
              <a:buSzPts val="1400"/>
              <a:buNone/>
              <a:defRPr sz="1800" b="0" i="0" u="none" strike="noStrike" cap="none">
                <a:solidFill>
                  <a:schemeClr val="dk2"/>
                </a:solidFill>
              </a:defRPr>
            </a:lvl6pPr>
            <a:lvl7pPr marR="0" lvl="6" algn="l" rtl="0">
              <a:spcBef>
                <a:spcPts val="0"/>
              </a:spcBef>
              <a:spcAft>
                <a:spcPts val="0"/>
              </a:spcAft>
              <a:buSzPts val="1400"/>
              <a:buNone/>
              <a:defRPr sz="1800" b="0" i="0" u="none" strike="noStrike" cap="none">
                <a:solidFill>
                  <a:schemeClr val="dk2"/>
                </a:solidFill>
              </a:defRPr>
            </a:lvl7pPr>
            <a:lvl8pPr marR="0" lvl="7" algn="l" rtl="0">
              <a:spcBef>
                <a:spcPts val="0"/>
              </a:spcBef>
              <a:spcAft>
                <a:spcPts val="0"/>
              </a:spcAft>
              <a:buSzPts val="1400"/>
              <a:buNone/>
              <a:defRPr sz="1800" b="0" i="0" u="none" strike="noStrike" cap="none">
                <a:solidFill>
                  <a:schemeClr val="dk2"/>
                </a:solidFill>
              </a:defRPr>
            </a:lvl8pPr>
            <a:lvl9pPr marR="0" lvl="8" algn="l" rtl="0">
              <a:spcBef>
                <a:spcPts val="0"/>
              </a:spcBef>
              <a:spcAft>
                <a:spcPts val="0"/>
              </a:spcAft>
              <a:buSzPts val="1400"/>
              <a:buNone/>
              <a:defRPr sz="1800" b="0" i="0" u="none" strike="noStrike" cap="none">
                <a:solidFill>
                  <a:schemeClr val="dk2"/>
                </a:solidFill>
              </a:defRPr>
            </a:lvl9pPr>
          </a:lstStyle>
          <a:p>
            <a:endParaRPr/>
          </a:p>
        </p:txBody>
      </p:sp>
      <p:sp>
        <p:nvSpPr>
          <p:cNvPr id="12" name="Google Shape;12;p10"/>
          <p:cNvSpPr txBox="1">
            <a:spLocks noGrp="1"/>
          </p:cNvSpPr>
          <p:nvPr>
            <p:ph type="body" idx="1"/>
          </p:nvPr>
        </p:nvSpPr>
        <p:spPr>
          <a:xfrm>
            <a:off x="1295401" y="2556932"/>
            <a:ext cx="9601196" cy="3318936"/>
          </a:xfrm>
          <a:prstGeom prst="rect">
            <a:avLst/>
          </a:prstGeom>
          <a:noFill/>
          <a:ln>
            <a:noFill/>
          </a:ln>
        </p:spPr>
        <p:txBody>
          <a:bodyPr spcFirstLastPara="1" wrap="square" lIns="91425" tIns="45700" rIns="91425" bIns="45700" anchor="t" anchorCtr="0">
            <a:normAutofit/>
          </a:bodyPr>
          <a:lstStyle>
            <a:lvl1pPr marL="457200" marR="0" lvl="0" indent="-403860" algn="l" rtl="0">
              <a:spcBef>
                <a:spcPts val="480"/>
              </a:spcBef>
              <a:spcAft>
                <a:spcPts val="0"/>
              </a:spcAft>
              <a:buClr>
                <a:schemeClr val="accent1"/>
              </a:buClr>
              <a:buSzPts val="2760"/>
              <a:buFont typeface="Arial"/>
              <a:buChar char="•"/>
              <a:defRPr sz="2400" b="0" i="0" u="none" strike="noStrike" cap="none">
                <a:solidFill>
                  <a:srgbClr val="262626"/>
                </a:solidFill>
                <a:latin typeface="Garamond"/>
                <a:ea typeface="Garamond"/>
                <a:cs typeface="Garamond"/>
                <a:sym typeface="Garamond"/>
              </a:defRPr>
            </a:lvl1pPr>
            <a:lvl2pPr marL="914400" marR="0" lvl="1" indent="-374650" algn="l" rtl="0">
              <a:spcBef>
                <a:spcPts val="600"/>
              </a:spcBef>
              <a:spcAft>
                <a:spcPts val="0"/>
              </a:spcAft>
              <a:buClr>
                <a:schemeClr val="accent1"/>
              </a:buClr>
              <a:buSzPts val="2300"/>
              <a:buFont typeface="Arial"/>
              <a:buChar char="•"/>
              <a:defRPr sz="2000" b="0" i="0" u="none" strike="noStrike" cap="none">
                <a:solidFill>
                  <a:srgbClr val="262626"/>
                </a:solidFill>
                <a:latin typeface="Garamond"/>
                <a:ea typeface="Garamond"/>
                <a:cs typeface="Garamond"/>
                <a:sym typeface="Garamond"/>
              </a:defRPr>
            </a:lvl2pPr>
            <a:lvl3pPr marL="1371600" marR="0" lvl="2" indent="-360044" algn="l" rtl="0">
              <a:spcBef>
                <a:spcPts val="600"/>
              </a:spcBef>
              <a:spcAft>
                <a:spcPts val="0"/>
              </a:spcAft>
              <a:buClr>
                <a:schemeClr val="accent1"/>
              </a:buClr>
              <a:buSzPts val="2070"/>
              <a:buFont typeface="Arial"/>
              <a:buChar char="•"/>
              <a:defRPr sz="1800" b="0" i="0" u="none" strike="noStrike" cap="none">
                <a:solidFill>
                  <a:srgbClr val="262626"/>
                </a:solidFill>
                <a:latin typeface="Garamond"/>
                <a:ea typeface="Garamond"/>
                <a:cs typeface="Garamond"/>
                <a:sym typeface="Garamond"/>
              </a:defRPr>
            </a:lvl3pPr>
            <a:lvl4pPr marL="1828800" marR="0" lvl="3" indent="-345439" algn="l" rtl="0">
              <a:spcBef>
                <a:spcPts val="600"/>
              </a:spcBef>
              <a:spcAft>
                <a:spcPts val="0"/>
              </a:spcAft>
              <a:buClr>
                <a:schemeClr val="accent1"/>
              </a:buClr>
              <a:buSzPts val="1840"/>
              <a:buFont typeface="Arial"/>
              <a:buChar char="•"/>
              <a:defRPr sz="1600" b="0" i="0" u="none" strike="noStrike" cap="none">
                <a:solidFill>
                  <a:srgbClr val="262626"/>
                </a:solidFill>
                <a:latin typeface="Garamond"/>
                <a:ea typeface="Garamond"/>
                <a:cs typeface="Garamond"/>
                <a:sym typeface="Garamond"/>
              </a:defRPr>
            </a:lvl4pPr>
            <a:lvl5pPr marL="2286000" marR="0" lvl="4" indent="-330835" algn="l" rtl="0">
              <a:spcBef>
                <a:spcPts val="600"/>
              </a:spcBef>
              <a:spcAft>
                <a:spcPts val="0"/>
              </a:spcAft>
              <a:buClr>
                <a:schemeClr val="accent1"/>
              </a:buClr>
              <a:buSzPts val="1610"/>
              <a:buFont typeface="Arial"/>
              <a:buChar char="•"/>
              <a:defRPr sz="1400" b="0" i="0" u="none" strike="noStrike" cap="none">
                <a:solidFill>
                  <a:srgbClr val="262626"/>
                </a:solidFill>
                <a:latin typeface="Garamond"/>
                <a:ea typeface="Garamond"/>
                <a:cs typeface="Garamond"/>
                <a:sym typeface="Garamond"/>
              </a:defRPr>
            </a:lvl5pPr>
            <a:lvl6pPr marL="2743200" marR="0" lvl="5" indent="-330835" algn="l" rtl="0">
              <a:spcBef>
                <a:spcPts val="600"/>
              </a:spcBef>
              <a:spcAft>
                <a:spcPts val="0"/>
              </a:spcAft>
              <a:buClr>
                <a:schemeClr val="accent1"/>
              </a:buClr>
              <a:buSzPts val="1610"/>
              <a:buFont typeface="Arial"/>
              <a:buChar char="•"/>
              <a:defRPr sz="1400" b="0" i="0" u="none" strike="noStrike" cap="none">
                <a:solidFill>
                  <a:srgbClr val="262626"/>
                </a:solidFill>
                <a:latin typeface="Garamond"/>
                <a:ea typeface="Garamond"/>
                <a:cs typeface="Garamond"/>
                <a:sym typeface="Garamond"/>
              </a:defRPr>
            </a:lvl6pPr>
            <a:lvl7pPr marL="3200400" marR="0" lvl="6" indent="-330835" algn="l" rtl="0">
              <a:spcBef>
                <a:spcPts val="600"/>
              </a:spcBef>
              <a:spcAft>
                <a:spcPts val="0"/>
              </a:spcAft>
              <a:buClr>
                <a:schemeClr val="accent1"/>
              </a:buClr>
              <a:buSzPts val="1610"/>
              <a:buFont typeface="Arial"/>
              <a:buChar char="•"/>
              <a:defRPr sz="1400" b="0" i="0" u="none" strike="noStrike" cap="none">
                <a:solidFill>
                  <a:srgbClr val="262626"/>
                </a:solidFill>
                <a:latin typeface="Garamond"/>
                <a:ea typeface="Garamond"/>
                <a:cs typeface="Garamond"/>
                <a:sym typeface="Garamond"/>
              </a:defRPr>
            </a:lvl7pPr>
            <a:lvl8pPr marL="3657600" marR="0" lvl="7" indent="-330834" algn="l" rtl="0">
              <a:spcBef>
                <a:spcPts val="600"/>
              </a:spcBef>
              <a:spcAft>
                <a:spcPts val="0"/>
              </a:spcAft>
              <a:buClr>
                <a:schemeClr val="accent1"/>
              </a:buClr>
              <a:buSzPts val="1610"/>
              <a:buFont typeface="Arial"/>
              <a:buChar char="•"/>
              <a:defRPr sz="1400" b="0" i="0" u="none" strike="noStrike" cap="none">
                <a:solidFill>
                  <a:srgbClr val="262626"/>
                </a:solidFill>
                <a:latin typeface="Garamond"/>
                <a:ea typeface="Garamond"/>
                <a:cs typeface="Garamond"/>
                <a:sym typeface="Garamond"/>
              </a:defRPr>
            </a:lvl8pPr>
            <a:lvl9pPr marL="4114800" marR="0" lvl="8" indent="-330834" algn="l" rtl="0">
              <a:spcBef>
                <a:spcPts val="600"/>
              </a:spcBef>
              <a:spcAft>
                <a:spcPts val="600"/>
              </a:spcAft>
              <a:buClr>
                <a:schemeClr val="accent1"/>
              </a:buClr>
              <a:buSzPts val="1610"/>
              <a:buFont typeface="Arial"/>
              <a:buChar char="•"/>
              <a:defRPr sz="1400" b="0" i="0" u="none" strike="noStrike" cap="none">
                <a:solidFill>
                  <a:srgbClr val="262626"/>
                </a:solidFill>
                <a:latin typeface="Garamond"/>
                <a:ea typeface="Garamond"/>
                <a:cs typeface="Garamond"/>
                <a:sym typeface="Garamond"/>
              </a:defRPr>
            </a:lvl9pPr>
          </a:lstStyle>
          <a:p>
            <a:endParaRPr/>
          </a:p>
        </p:txBody>
      </p:sp>
      <p:sp>
        <p:nvSpPr>
          <p:cNvPr id="13" name="Google Shape;13;p10"/>
          <p:cNvSpPr txBox="1">
            <a:spLocks noGrp="1"/>
          </p:cNvSpPr>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marR="0" lvl="0" algn="r" rtl="0">
              <a:spcBef>
                <a:spcPts val="0"/>
              </a:spcBef>
              <a:spcAft>
                <a:spcPts val="0"/>
              </a:spcAft>
              <a:buSzPts val="1400"/>
              <a:buNone/>
              <a:defRPr sz="1000" b="0" i="0" u="none" strike="noStrike" cap="none">
                <a:solidFill>
                  <a:schemeClr val="dk1"/>
                </a:solidFill>
                <a:latin typeface="Garamond"/>
                <a:ea typeface="Garamond"/>
                <a:cs typeface="Garamond"/>
                <a:sym typeface="Garamond"/>
              </a:defRPr>
            </a:lvl1pPr>
            <a:lvl2pPr marR="0" lvl="1" algn="l" rtl="0">
              <a:spcBef>
                <a:spcPts val="0"/>
              </a:spcBef>
              <a:spcAft>
                <a:spcPts val="0"/>
              </a:spcAft>
              <a:buSzPts val="1400"/>
              <a:buNone/>
              <a:defRPr sz="1800" b="0" i="0" u="none" strike="noStrike" cap="none">
                <a:solidFill>
                  <a:schemeClr val="dk1"/>
                </a:solidFill>
                <a:latin typeface="Garamond"/>
                <a:ea typeface="Garamond"/>
                <a:cs typeface="Garamond"/>
                <a:sym typeface="Garamond"/>
              </a:defRPr>
            </a:lvl2pPr>
            <a:lvl3pPr marR="0" lvl="2" algn="l" rtl="0">
              <a:spcBef>
                <a:spcPts val="0"/>
              </a:spcBef>
              <a:spcAft>
                <a:spcPts val="0"/>
              </a:spcAft>
              <a:buSzPts val="1400"/>
              <a:buNone/>
              <a:defRPr sz="1800" b="0" i="0" u="none" strike="noStrike" cap="none">
                <a:solidFill>
                  <a:schemeClr val="dk1"/>
                </a:solidFill>
                <a:latin typeface="Garamond"/>
                <a:ea typeface="Garamond"/>
                <a:cs typeface="Garamond"/>
                <a:sym typeface="Garamond"/>
              </a:defRPr>
            </a:lvl3pPr>
            <a:lvl4pPr marR="0" lvl="3" algn="l" rtl="0">
              <a:spcBef>
                <a:spcPts val="0"/>
              </a:spcBef>
              <a:spcAft>
                <a:spcPts val="0"/>
              </a:spcAft>
              <a:buSzPts val="1400"/>
              <a:buNone/>
              <a:defRPr sz="1800" b="0" i="0" u="none" strike="noStrike" cap="none">
                <a:solidFill>
                  <a:schemeClr val="dk1"/>
                </a:solidFill>
                <a:latin typeface="Garamond"/>
                <a:ea typeface="Garamond"/>
                <a:cs typeface="Garamond"/>
                <a:sym typeface="Garamond"/>
              </a:defRPr>
            </a:lvl4pPr>
            <a:lvl5pPr marR="0" lvl="4" algn="l" rtl="0">
              <a:spcBef>
                <a:spcPts val="0"/>
              </a:spcBef>
              <a:spcAft>
                <a:spcPts val="0"/>
              </a:spcAft>
              <a:buSzPts val="1400"/>
              <a:buNone/>
              <a:defRPr sz="1800" b="0" i="0" u="none" strike="noStrike" cap="none">
                <a:solidFill>
                  <a:schemeClr val="dk1"/>
                </a:solidFill>
                <a:latin typeface="Garamond"/>
                <a:ea typeface="Garamond"/>
                <a:cs typeface="Garamond"/>
                <a:sym typeface="Garamond"/>
              </a:defRPr>
            </a:lvl5pPr>
            <a:lvl6pPr marR="0" lvl="5" algn="l" rtl="0">
              <a:spcBef>
                <a:spcPts val="0"/>
              </a:spcBef>
              <a:spcAft>
                <a:spcPts val="0"/>
              </a:spcAft>
              <a:buSzPts val="1400"/>
              <a:buNone/>
              <a:defRPr sz="1800" b="0" i="0" u="none" strike="noStrike" cap="none">
                <a:solidFill>
                  <a:schemeClr val="dk1"/>
                </a:solidFill>
                <a:latin typeface="Garamond"/>
                <a:ea typeface="Garamond"/>
                <a:cs typeface="Garamond"/>
                <a:sym typeface="Garamond"/>
              </a:defRPr>
            </a:lvl6pPr>
            <a:lvl7pPr marR="0" lvl="6" algn="l" rtl="0">
              <a:spcBef>
                <a:spcPts val="0"/>
              </a:spcBef>
              <a:spcAft>
                <a:spcPts val="0"/>
              </a:spcAft>
              <a:buSzPts val="1400"/>
              <a:buNone/>
              <a:defRPr sz="1800" b="0" i="0" u="none" strike="noStrike" cap="none">
                <a:solidFill>
                  <a:schemeClr val="dk1"/>
                </a:solidFill>
                <a:latin typeface="Garamond"/>
                <a:ea typeface="Garamond"/>
                <a:cs typeface="Garamond"/>
                <a:sym typeface="Garamond"/>
              </a:defRPr>
            </a:lvl7pPr>
            <a:lvl8pPr marR="0" lvl="7" algn="l" rtl="0">
              <a:spcBef>
                <a:spcPts val="0"/>
              </a:spcBef>
              <a:spcAft>
                <a:spcPts val="0"/>
              </a:spcAft>
              <a:buSzPts val="1400"/>
              <a:buNone/>
              <a:defRPr sz="1800" b="0" i="0" u="none" strike="noStrike" cap="none">
                <a:solidFill>
                  <a:schemeClr val="dk1"/>
                </a:solidFill>
                <a:latin typeface="Garamond"/>
                <a:ea typeface="Garamond"/>
                <a:cs typeface="Garamond"/>
                <a:sym typeface="Garamond"/>
              </a:defRPr>
            </a:lvl8pPr>
            <a:lvl9pPr marR="0" lvl="8" algn="l" rtl="0">
              <a:spcBef>
                <a:spcPts val="0"/>
              </a:spcBef>
              <a:spcAft>
                <a:spcPts val="0"/>
              </a:spcAft>
              <a:buSzPts val="1400"/>
              <a:buNone/>
              <a:defRPr sz="1800" b="0" i="0" u="none" strike="noStrike" cap="none">
                <a:solidFill>
                  <a:schemeClr val="dk1"/>
                </a:solidFill>
                <a:latin typeface="Garamond"/>
                <a:ea typeface="Garamond"/>
                <a:cs typeface="Garamond"/>
                <a:sym typeface="Garamond"/>
              </a:defRPr>
            </a:lvl9pPr>
          </a:lstStyle>
          <a:p>
            <a:endParaRPr/>
          </a:p>
        </p:txBody>
      </p:sp>
      <p:sp>
        <p:nvSpPr>
          <p:cNvPr id="14" name="Google Shape;14;p10"/>
          <p:cNvSpPr txBox="1">
            <a:spLocks noGrp="1"/>
          </p:cNvSpPr>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000" b="0" i="0" u="none" strike="noStrike" cap="none">
                <a:solidFill>
                  <a:schemeClr val="dk1"/>
                </a:solidFill>
                <a:latin typeface="Garamond"/>
                <a:ea typeface="Garamond"/>
                <a:cs typeface="Garamond"/>
                <a:sym typeface="Garamond"/>
              </a:defRPr>
            </a:lvl1pPr>
            <a:lvl2pPr marR="0" lvl="1" algn="l" rtl="0">
              <a:spcBef>
                <a:spcPts val="0"/>
              </a:spcBef>
              <a:spcAft>
                <a:spcPts val="0"/>
              </a:spcAft>
              <a:buSzPts val="1400"/>
              <a:buNone/>
              <a:defRPr sz="1800" b="0" i="0" u="none" strike="noStrike" cap="none">
                <a:solidFill>
                  <a:schemeClr val="dk1"/>
                </a:solidFill>
                <a:latin typeface="Garamond"/>
                <a:ea typeface="Garamond"/>
                <a:cs typeface="Garamond"/>
                <a:sym typeface="Garamond"/>
              </a:defRPr>
            </a:lvl2pPr>
            <a:lvl3pPr marR="0" lvl="2" algn="l" rtl="0">
              <a:spcBef>
                <a:spcPts val="0"/>
              </a:spcBef>
              <a:spcAft>
                <a:spcPts val="0"/>
              </a:spcAft>
              <a:buSzPts val="1400"/>
              <a:buNone/>
              <a:defRPr sz="1800" b="0" i="0" u="none" strike="noStrike" cap="none">
                <a:solidFill>
                  <a:schemeClr val="dk1"/>
                </a:solidFill>
                <a:latin typeface="Garamond"/>
                <a:ea typeface="Garamond"/>
                <a:cs typeface="Garamond"/>
                <a:sym typeface="Garamond"/>
              </a:defRPr>
            </a:lvl3pPr>
            <a:lvl4pPr marR="0" lvl="3" algn="l" rtl="0">
              <a:spcBef>
                <a:spcPts val="0"/>
              </a:spcBef>
              <a:spcAft>
                <a:spcPts val="0"/>
              </a:spcAft>
              <a:buSzPts val="1400"/>
              <a:buNone/>
              <a:defRPr sz="1800" b="0" i="0" u="none" strike="noStrike" cap="none">
                <a:solidFill>
                  <a:schemeClr val="dk1"/>
                </a:solidFill>
                <a:latin typeface="Garamond"/>
                <a:ea typeface="Garamond"/>
                <a:cs typeface="Garamond"/>
                <a:sym typeface="Garamond"/>
              </a:defRPr>
            </a:lvl4pPr>
            <a:lvl5pPr marR="0" lvl="4" algn="l" rtl="0">
              <a:spcBef>
                <a:spcPts val="0"/>
              </a:spcBef>
              <a:spcAft>
                <a:spcPts val="0"/>
              </a:spcAft>
              <a:buSzPts val="1400"/>
              <a:buNone/>
              <a:defRPr sz="1800" b="0" i="0" u="none" strike="noStrike" cap="none">
                <a:solidFill>
                  <a:schemeClr val="dk1"/>
                </a:solidFill>
                <a:latin typeface="Garamond"/>
                <a:ea typeface="Garamond"/>
                <a:cs typeface="Garamond"/>
                <a:sym typeface="Garamond"/>
              </a:defRPr>
            </a:lvl5pPr>
            <a:lvl6pPr marR="0" lvl="5" algn="l" rtl="0">
              <a:spcBef>
                <a:spcPts val="0"/>
              </a:spcBef>
              <a:spcAft>
                <a:spcPts val="0"/>
              </a:spcAft>
              <a:buSzPts val="1400"/>
              <a:buNone/>
              <a:defRPr sz="1800" b="0" i="0" u="none" strike="noStrike" cap="none">
                <a:solidFill>
                  <a:schemeClr val="dk1"/>
                </a:solidFill>
                <a:latin typeface="Garamond"/>
                <a:ea typeface="Garamond"/>
                <a:cs typeface="Garamond"/>
                <a:sym typeface="Garamond"/>
              </a:defRPr>
            </a:lvl6pPr>
            <a:lvl7pPr marR="0" lvl="6" algn="l" rtl="0">
              <a:spcBef>
                <a:spcPts val="0"/>
              </a:spcBef>
              <a:spcAft>
                <a:spcPts val="0"/>
              </a:spcAft>
              <a:buSzPts val="1400"/>
              <a:buNone/>
              <a:defRPr sz="1800" b="0" i="0" u="none" strike="noStrike" cap="none">
                <a:solidFill>
                  <a:schemeClr val="dk1"/>
                </a:solidFill>
                <a:latin typeface="Garamond"/>
                <a:ea typeface="Garamond"/>
                <a:cs typeface="Garamond"/>
                <a:sym typeface="Garamond"/>
              </a:defRPr>
            </a:lvl7pPr>
            <a:lvl8pPr marR="0" lvl="7" algn="l" rtl="0">
              <a:spcBef>
                <a:spcPts val="0"/>
              </a:spcBef>
              <a:spcAft>
                <a:spcPts val="0"/>
              </a:spcAft>
              <a:buSzPts val="1400"/>
              <a:buNone/>
              <a:defRPr sz="1800" b="0" i="0" u="none" strike="noStrike" cap="none">
                <a:solidFill>
                  <a:schemeClr val="dk1"/>
                </a:solidFill>
                <a:latin typeface="Garamond"/>
                <a:ea typeface="Garamond"/>
                <a:cs typeface="Garamond"/>
                <a:sym typeface="Garamond"/>
              </a:defRPr>
            </a:lvl8pPr>
            <a:lvl9pPr marR="0" lvl="8" algn="l" rtl="0">
              <a:spcBef>
                <a:spcPts val="0"/>
              </a:spcBef>
              <a:spcAft>
                <a:spcPts val="0"/>
              </a:spcAft>
              <a:buSzPts val="1400"/>
              <a:buNone/>
              <a:defRPr sz="1800" b="0" i="0" u="none" strike="noStrike" cap="none">
                <a:solidFill>
                  <a:schemeClr val="dk1"/>
                </a:solidFill>
                <a:latin typeface="Garamond"/>
                <a:ea typeface="Garamond"/>
                <a:cs typeface="Garamond"/>
                <a:sym typeface="Garamond"/>
              </a:defRPr>
            </a:lvl9pPr>
          </a:lstStyle>
          <a:p>
            <a:endParaRPr/>
          </a:p>
        </p:txBody>
      </p:sp>
      <p:sp>
        <p:nvSpPr>
          <p:cNvPr id="15" name="Google Shape;15;p10"/>
          <p:cNvSpPr txBox="1">
            <a:spLocks noGrp="1"/>
          </p:cNvSpPr>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000" b="0" i="0" u="none" strike="noStrike" cap="none">
                <a:solidFill>
                  <a:schemeClr val="dk1"/>
                </a:solidFill>
                <a:latin typeface="Garamond"/>
                <a:ea typeface="Garamond"/>
                <a:cs typeface="Garamond"/>
                <a:sym typeface="Garamond"/>
              </a:defRPr>
            </a:lvl1pPr>
            <a:lvl2pPr marL="0" marR="0" lvl="1" indent="0" algn="r" rtl="0">
              <a:spcBef>
                <a:spcPts val="0"/>
              </a:spcBef>
              <a:buNone/>
              <a:defRPr sz="1000" b="0" i="0" u="none" strike="noStrike" cap="none">
                <a:solidFill>
                  <a:schemeClr val="dk1"/>
                </a:solidFill>
                <a:latin typeface="Garamond"/>
                <a:ea typeface="Garamond"/>
                <a:cs typeface="Garamond"/>
                <a:sym typeface="Garamond"/>
              </a:defRPr>
            </a:lvl2pPr>
            <a:lvl3pPr marL="0" marR="0" lvl="2" indent="0" algn="r" rtl="0">
              <a:spcBef>
                <a:spcPts val="0"/>
              </a:spcBef>
              <a:buNone/>
              <a:defRPr sz="1000" b="0" i="0" u="none" strike="noStrike" cap="none">
                <a:solidFill>
                  <a:schemeClr val="dk1"/>
                </a:solidFill>
                <a:latin typeface="Garamond"/>
                <a:ea typeface="Garamond"/>
                <a:cs typeface="Garamond"/>
                <a:sym typeface="Garamond"/>
              </a:defRPr>
            </a:lvl3pPr>
            <a:lvl4pPr marL="0" marR="0" lvl="3" indent="0" algn="r" rtl="0">
              <a:spcBef>
                <a:spcPts val="0"/>
              </a:spcBef>
              <a:buNone/>
              <a:defRPr sz="1000" b="0" i="0" u="none" strike="noStrike" cap="none">
                <a:solidFill>
                  <a:schemeClr val="dk1"/>
                </a:solidFill>
                <a:latin typeface="Garamond"/>
                <a:ea typeface="Garamond"/>
                <a:cs typeface="Garamond"/>
                <a:sym typeface="Garamond"/>
              </a:defRPr>
            </a:lvl4pPr>
            <a:lvl5pPr marL="0" marR="0" lvl="4" indent="0" algn="r" rtl="0">
              <a:spcBef>
                <a:spcPts val="0"/>
              </a:spcBef>
              <a:buNone/>
              <a:defRPr sz="1000" b="0" i="0" u="none" strike="noStrike" cap="none">
                <a:solidFill>
                  <a:schemeClr val="dk1"/>
                </a:solidFill>
                <a:latin typeface="Garamond"/>
                <a:ea typeface="Garamond"/>
                <a:cs typeface="Garamond"/>
                <a:sym typeface="Garamond"/>
              </a:defRPr>
            </a:lvl5pPr>
            <a:lvl6pPr marL="0" marR="0" lvl="5" indent="0" algn="r" rtl="0">
              <a:spcBef>
                <a:spcPts val="0"/>
              </a:spcBef>
              <a:buNone/>
              <a:defRPr sz="1000" b="0" i="0" u="none" strike="noStrike" cap="none">
                <a:solidFill>
                  <a:schemeClr val="dk1"/>
                </a:solidFill>
                <a:latin typeface="Garamond"/>
                <a:ea typeface="Garamond"/>
                <a:cs typeface="Garamond"/>
                <a:sym typeface="Garamond"/>
              </a:defRPr>
            </a:lvl6pPr>
            <a:lvl7pPr marL="0" marR="0" lvl="6" indent="0" algn="r" rtl="0">
              <a:spcBef>
                <a:spcPts val="0"/>
              </a:spcBef>
              <a:buNone/>
              <a:defRPr sz="1000" b="0" i="0" u="none" strike="noStrike" cap="none">
                <a:solidFill>
                  <a:schemeClr val="dk1"/>
                </a:solidFill>
                <a:latin typeface="Garamond"/>
                <a:ea typeface="Garamond"/>
                <a:cs typeface="Garamond"/>
                <a:sym typeface="Garamond"/>
              </a:defRPr>
            </a:lvl7pPr>
            <a:lvl8pPr marL="0" marR="0" lvl="7" indent="0" algn="r" rtl="0">
              <a:spcBef>
                <a:spcPts val="0"/>
              </a:spcBef>
              <a:buNone/>
              <a:defRPr sz="1000" b="0" i="0" u="none" strike="noStrike" cap="none">
                <a:solidFill>
                  <a:schemeClr val="dk1"/>
                </a:solidFill>
                <a:latin typeface="Garamond"/>
                <a:ea typeface="Garamond"/>
                <a:cs typeface="Garamond"/>
                <a:sym typeface="Garamond"/>
              </a:defRPr>
            </a:lvl8pPr>
            <a:lvl9pPr marL="0" marR="0" lvl="8" indent="0" algn="r" rtl="0">
              <a:spcBef>
                <a:spcPts val="0"/>
              </a:spcBef>
              <a:buNone/>
              <a:defRPr sz="1000" b="0" i="0" u="none" strike="noStrike" cap="none">
                <a:solidFill>
                  <a:schemeClr val="dk1"/>
                </a:solidFill>
                <a:latin typeface="Garamond"/>
                <a:ea typeface="Garamond"/>
                <a:cs typeface="Garamond"/>
                <a:sym typeface="Garamond"/>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hyperlink" Target="https://divvy-tripdata.s3.amazonaws.com/202306-divvy-tripdata.zip" TargetMode="External"/><Relationship Id="rId13" Type="http://schemas.openxmlformats.org/officeDocument/2006/relationships/hyperlink" Target="https://divvy-tripdata.s3.amazonaws.com/202311-divvy-tripdata.zip" TargetMode="External"/><Relationship Id="rId3" Type="http://schemas.openxmlformats.org/officeDocument/2006/relationships/hyperlink" Target="https://divvy-tripdata.s3.amazonaws.com/202301-divvy-tripdata.zip" TargetMode="External"/><Relationship Id="rId7" Type="http://schemas.openxmlformats.org/officeDocument/2006/relationships/hyperlink" Target="https://divvy-tripdata.s3.amazonaws.com/202305-divvy-tripdata.zip" TargetMode="External"/><Relationship Id="rId12" Type="http://schemas.openxmlformats.org/officeDocument/2006/relationships/hyperlink" Target="https://divvy-tripdata.s3.amazonaws.com/202310-divvy-tripdata.zip"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divvy-tripdata.s3.amazonaws.com/202304-divvy-tripdata.zip" TargetMode="External"/><Relationship Id="rId11" Type="http://schemas.openxmlformats.org/officeDocument/2006/relationships/hyperlink" Target="https://divvy-tripdata.s3.amazonaws.com/202309-divvy-tripdata.zip" TargetMode="External"/><Relationship Id="rId5" Type="http://schemas.openxmlformats.org/officeDocument/2006/relationships/hyperlink" Target="https://divvy-tripdata.s3.amazonaws.com/202303-divvy-tripdata.zip" TargetMode="External"/><Relationship Id="rId10" Type="http://schemas.openxmlformats.org/officeDocument/2006/relationships/hyperlink" Target="https://divvy-tripdata.s3.amazonaws.com/202308-divvy-tripdata.zip" TargetMode="External"/><Relationship Id="rId4" Type="http://schemas.openxmlformats.org/officeDocument/2006/relationships/hyperlink" Target="https://divvy-tripdata.s3.amazonaws.com/202302-divvy-tripdata.zip" TargetMode="External"/><Relationship Id="rId9" Type="http://schemas.openxmlformats.org/officeDocument/2006/relationships/hyperlink" Target="https://divvy-tripdata.s3.amazonaws.com/202307-divvy-tripdata.zip" TargetMode="External"/><Relationship Id="rId14" Type="http://schemas.openxmlformats.org/officeDocument/2006/relationships/hyperlink" Target="https://divvy-tripdata.s3.amazonaws.com/202312-divvy-tripdata.zi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1"/>
          <p:cNvSpPr txBox="1">
            <a:spLocks noGrp="1"/>
          </p:cNvSpPr>
          <p:nvPr>
            <p:ph type="ctrTitle"/>
          </p:nvPr>
        </p:nvSpPr>
        <p:spPr>
          <a:xfrm>
            <a:off x="2692398" y="1871131"/>
            <a:ext cx="6815669" cy="1515533"/>
          </a:xfrm>
          <a:prstGeom prst="rect">
            <a:avLst/>
          </a:prstGeom>
          <a:noFill/>
          <a:ln>
            <a:noFill/>
          </a:ln>
        </p:spPr>
        <p:txBody>
          <a:bodyPr spcFirstLastPara="1" wrap="square" lIns="91425" tIns="45700" rIns="91425" bIns="45700" anchor="b" anchorCtr="0">
            <a:noAutofit/>
          </a:bodyPr>
          <a:lstStyle/>
          <a:p>
            <a:pPr marL="0" lvl="0" indent="0" algn="ctr" rtl="0">
              <a:spcBef>
                <a:spcPts val="0"/>
              </a:spcBef>
              <a:spcAft>
                <a:spcPts val="0"/>
              </a:spcAft>
              <a:buClr>
                <a:srgbClr val="262626"/>
              </a:buClr>
              <a:buSzPts val="5400"/>
              <a:buFont typeface="Garamond"/>
              <a:buNone/>
            </a:pPr>
            <a:r>
              <a:rPr lang="en-US"/>
              <a:t>Cyclistic Case Study</a:t>
            </a:r>
            <a:endParaRPr/>
          </a:p>
        </p:txBody>
      </p:sp>
      <p:sp>
        <p:nvSpPr>
          <p:cNvPr id="152" name="Google Shape;152;p1"/>
          <p:cNvSpPr txBox="1">
            <a:spLocks noGrp="1"/>
          </p:cNvSpPr>
          <p:nvPr>
            <p:ph type="subTitle" idx="1"/>
          </p:nvPr>
        </p:nvSpPr>
        <p:spPr>
          <a:xfrm>
            <a:off x="2692398" y="3657597"/>
            <a:ext cx="6815669" cy="1320802"/>
          </a:xfrm>
          <a:prstGeom prst="rect">
            <a:avLst/>
          </a:prstGeom>
          <a:noFill/>
          <a:ln>
            <a:noFill/>
          </a:ln>
        </p:spPr>
        <p:txBody>
          <a:bodyPr spcFirstLastPara="1" wrap="square" lIns="91425" tIns="45700" rIns="91425" bIns="45700" anchor="t" anchorCtr="0">
            <a:normAutofit/>
          </a:bodyPr>
          <a:lstStyle/>
          <a:p>
            <a:pPr marL="0" lvl="0" indent="0" algn="ctr" rtl="0">
              <a:spcBef>
                <a:spcPts val="0"/>
              </a:spcBef>
              <a:spcAft>
                <a:spcPts val="0"/>
              </a:spcAft>
              <a:buSzPts val="2415"/>
              <a:buNone/>
            </a:pPr>
            <a:r>
              <a:rPr lang="en-US"/>
              <a:t>By: Alfred Abraham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
          <p:cNvSpPr txBox="1">
            <a:spLocks noGrp="1"/>
          </p:cNvSpPr>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rgbClr val="262626"/>
              </a:buClr>
              <a:buSzPts val="4400"/>
              <a:buFont typeface="Garamond"/>
              <a:buNone/>
            </a:pPr>
            <a:r>
              <a:rPr lang="en-US"/>
              <a:t>Introduction</a:t>
            </a:r>
            <a:endParaRPr/>
          </a:p>
        </p:txBody>
      </p:sp>
      <p:sp>
        <p:nvSpPr>
          <p:cNvPr id="158" name="Google Shape;158;p2"/>
          <p:cNvSpPr txBox="1">
            <a:spLocks noGrp="1"/>
          </p:cNvSpPr>
          <p:nvPr>
            <p:ph type="body" idx="1"/>
          </p:nvPr>
        </p:nvSpPr>
        <p:spPr>
          <a:xfrm>
            <a:off x="1295401" y="2556932"/>
            <a:ext cx="9601196" cy="3318936"/>
          </a:xfrm>
          <a:prstGeom prst="rect">
            <a:avLst/>
          </a:prstGeom>
          <a:noFill/>
          <a:ln>
            <a:noFill/>
          </a:ln>
        </p:spPr>
        <p:txBody>
          <a:bodyPr spcFirstLastPara="1" wrap="square" lIns="91425" tIns="45700" rIns="91425" bIns="45700" anchor="t" anchorCtr="0">
            <a:normAutofit/>
          </a:bodyPr>
          <a:lstStyle/>
          <a:p>
            <a:pPr marL="285750" lvl="0" indent="-285750" algn="l" rtl="0">
              <a:spcBef>
                <a:spcPts val="0"/>
              </a:spcBef>
              <a:spcAft>
                <a:spcPts val="0"/>
              </a:spcAft>
              <a:buSzPts val="2070"/>
              <a:buChar char="•"/>
            </a:pPr>
            <a:r>
              <a:rPr lang="en-US" sz="1800" dirty="0" err="1"/>
              <a:t>Cyclistic</a:t>
            </a:r>
            <a:r>
              <a:rPr lang="en-US" sz="1800" dirty="0"/>
              <a:t> is a bike-share program that has more than 5800 bicycles and 600 docking stations in Chicago </a:t>
            </a:r>
            <a:endParaRPr dirty="0"/>
          </a:p>
          <a:p>
            <a:pPr marL="285750" lvl="0" indent="-285750" algn="l" rtl="0">
              <a:spcBef>
                <a:spcPts val="960"/>
              </a:spcBef>
              <a:spcAft>
                <a:spcPts val="0"/>
              </a:spcAft>
              <a:buSzPts val="2070"/>
              <a:buChar char="•"/>
            </a:pPr>
            <a:r>
              <a:rPr lang="en-US" sz="1800" dirty="0"/>
              <a:t>The company offers its customers three biking products: electric bikes, classic bikes, and docked bikes </a:t>
            </a:r>
            <a:endParaRPr dirty="0"/>
          </a:p>
          <a:p>
            <a:pPr marL="285750" lvl="0" indent="-285750" algn="l" rtl="0">
              <a:spcBef>
                <a:spcPts val="960"/>
              </a:spcBef>
              <a:spcAft>
                <a:spcPts val="0"/>
              </a:spcAft>
              <a:buSzPts val="2070"/>
              <a:buChar char="•"/>
            </a:pPr>
            <a:r>
              <a:rPr lang="en-US" sz="1800" dirty="0"/>
              <a:t>The customer base for </a:t>
            </a:r>
            <a:r>
              <a:rPr lang="en-US" sz="1800" dirty="0" err="1"/>
              <a:t>Cyclistic</a:t>
            </a:r>
            <a:r>
              <a:rPr lang="en-US" sz="1800" dirty="0"/>
              <a:t> can be separated into two categories: Casual Riders and Members</a:t>
            </a:r>
            <a:endParaRPr sz="1800" dirty="0"/>
          </a:p>
          <a:p>
            <a:pPr marL="742950" lvl="1" indent="-268605" algn="l" rtl="0">
              <a:spcBef>
                <a:spcPts val="960"/>
              </a:spcBef>
              <a:spcAft>
                <a:spcPts val="0"/>
              </a:spcAft>
              <a:buSzPts val="1800"/>
              <a:buChar char="•"/>
            </a:pPr>
            <a:r>
              <a:rPr lang="en-US" sz="1800" dirty="0"/>
              <a:t>Casual riders: Customers who only utilize </a:t>
            </a:r>
            <a:r>
              <a:rPr lang="en-US" sz="1800" dirty="0" err="1"/>
              <a:t>Cyclistic’s</a:t>
            </a:r>
            <a:r>
              <a:rPr lang="en-US" sz="1800" dirty="0"/>
              <a:t> single-ride or full-day passes</a:t>
            </a:r>
            <a:endParaRPr sz="1800" dirty="0"/>
          </a:p>
          <a:p>
            <a:pPr marL="742950" lvl="1" indent="-268605" algn="l" rtl="0">
              <a:spcBef>
                <a:spcPts val="960"/>
              </a:spcBef>
              <a:spcAft>
                <a:spcPts val="0"/>
              </a:spcAft>
              <a:buSzPts val="1800"/>
              <a:buChar char="•"/>
            </a:pPr>
            <a:r>
              <a:rPr lang="en-US" sz="1800" dirty="0"/>
              <a:t>Members: Customers who purchase annual memberships</a:t>
            </a:r>
            <a:endParaRPr dirty="0"/>
          </a:p>
          <a:p>
            <a:pPr marL="285750" lvl="0" indent="-285750" algn="l" rtl="0">
              <a:spcBef>
                <a:spcPts val="960"/>
              </a:spcBef>
              <a:spcAft>
                <a:spcPts val="0"/>
              </a:spcAft>
              <a:buSzPts val="2070"/>
              <a:buChar char="•"/>
            </a:pPr>
            <a:r>
              <a:rPr lang="en-US" sz="1800" dirty="0" err="1"/>
              <a:t>Cyclistic</a:t>
            </a:r>
            <a:r>
              <a:rPr lang="en-US" sz="1800" dirty="0"/>
              <a:t> has begun to focus on converting Casual Riders into Members</a:t>
            </a:r>
            <a:endParaRPr dirty="0"/>
          </a:p>
          <a:p>
            <a:pPr marL="742950" marR="0" lvl="1" indent="-285750" algn="l" rtl="0">
              <a:lnSpc>
                <a:spcPct val="100000"/>
              </a:lnSpc>
              <a:spcBef>
                <a:spcPts val="960"/>
              </a:spcBef>
              <a:spcAft>
                <a:spcPts val="0"/>
              </a:spcAft>
              <a:buSzPts val="2070"/>
              <a:buChar char="•"/>
            </a:pPr>
            <a:r>
              <a:rPr lang="en-US" sz="1800" dirty="0"/>
              <a:t>Financial analyses show that Members are the more profitable customer segment</a:t>
            </a:r>
            <a:endParaRPr dirty="0"/>
          </a:p>
          <a:p>
            <a:pPr marL="285750" lvl="0" indent="-154305" algn="l" rtl="0">
              <a:spcBef>
                <a:spcPts val="960"/>
              </a:spcBef>
              <a:spcAft>
                <a:spcPts val="0"/>
              </a:spcAft>
              <a:buSzPts val="2070"/>
              <a:buNone/>
            </a:pPr>
            <a:endParaRPr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3"/>
          <p:cNvSpPr txBox="1">
            <a:spLocks noGrp="1"/>
          </p:cNvSpPr>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rgbClr val="262626"/>
              </a:buClr>
              <a:buSzPts val="4400"/>
              <a:buFont typeface="Garamond"/>
              <a:buNone/>
            </a:pPr>
            <a:r>
              <a:rPr lang="en-US"/>
              <a:t>Business Task </a:t>
            </a:r>
            <a:endParaRPr/>
          </a:p>
        </p:txBody>
      </p:sp>
      <p:sp>
        <p:nvSpPr>
          <p:cNvPr id="164" name="Google Shape;164;p3"/>
          <p:cNvSpPr txBox="1">
            <a:spLocks noGrp="1"/>
          </p:cNvSpPr>
          <p:nvPr>
            <p:ph type="body" idx="1"/>
          </p:nvPr>
        </p:nvSpPr>
        <p:spPr>
          <a:xfrm>
            <a:off x="1295401" y="2841057"/>
            <a:ext cx="9601200" cy="3318900"/>
          </a:xfrm>
          <a:prstGeom prst="rect">
            <a:avLst/>
          </a:prstGeom>
          <a:noFill/>
          <a:ln>
            <a:noFill/>
          </a:ln>
        </p:spPr>
        <p:txBody>
          <a:bodyPr spcFirstLastPara="1" wrap="square" lIns="91425" tIns="45700" rIns="91425" bIns="45700" anchor="t" anchorCtr="0">
            <a:normAutofit fontScale="25000" lnSpcReduction="20000"/>
          </a:bodyPr>
          <a:lstStyle/>
          <a:p>
            <a:pPr marL="0" lvl="0" indent="0" algn="l" rtl="0">
              <a:spcBef>
                <a:spcPts val="0"/>
              </a:spcBef>
              <a:spcAft>
                <a:spcPts val="0"/>
              </a:spcAft>
              <a:buSzPct val="55200"/>
              <a:buNone/>
            </a:pPr>
            <a:r>
              <a:rPr lang="en-US" sz="5600" b="1" dirty="0"/>
              <a:t>Essential Question:</a:t>
            </a:r>
            <a:r>
              <a:rPr lang="en-US" sz="5600" dirty="0"/>
              <a:t> </a:t>
            </a:r>
            <a:endParaRPr sz="5600" dirty="0"/>
          </a:p>
          <a:p>
            <a:pPr marL="0" lvl="0" indent="0" algn="l" rtl="0">
              <a:spcBef>
                <a:spcPts val="0"/>
              </a:spcBef>
              <a:spcAft>
                <a:spcPts val="0"/>
              </a:spcAft>
              <a:buSzPct val="115000"/>
              <a:buNone/>
            </a:pPr>
            <a:endParaRPr sz="5600" dirty="0"/>
          </a:p>
          <a:p>
            <a:pPr marL="0" lvl="0" indent="0" algn="l" rtl="0">
              <a:spcBef>
                <a:spcPts val="0"/>
              </a:spcBef>
              <a:spcAft>
                <a:spcPts val="0"/>
              </a:spcAft>
              <a:buSzPct val="115000"/>
              <a:buNone/>
            </a:pPr>
            <a:endParaRPr sz="5600" dirty="0"/>
          </a:p>
          <a:p>
            <a:pPr marL="0" lvl="0" indent="0" algn="l" rtl="0">
              <a:spcBef>
                <a:spcPts val="0"/>
              </a:spcBef>
              <a:spcAft>
                <a:spcPts val="0"/>
              </a:spcAft>
              <a:buSzPct val="69000"/>
              <a:buNone/>
            </a:pPr>
            <a:r>
              <a:rPr lang="en-US" sz="5600" dirty="0"/>
              <a:t>How do members and casual riders uses </a:t>
            </a:r>
            <a:r>
              <a:rPr lang="en-US" sz="5600" dirty="0" err="1"/>
              <a:t>Cyclistic</a:t>
            </a:r>
            <a:r>
              <a:rPr lang="en-US" sz="5600" dirty="0"/>
              <a:t> bikes differently and what can be done to convert casual riders into members?</a:t>
            </a:r>
            <a:endParaRPr sz="5600" dirty="0"/>
          </a:p>
          <a:p>
            <a:pPr marL="0" lvl="0" indent="0" algn="l" rtl="0">
              <a:spcBef>
                <a:spcPts val="960"/>
              </a:spcBef>
              <a:spcAft>
                <a:spcPts val="0"/>
              </a:spcAft>
              <a:buSzPct val="115000"/>
              <a:buNone/>
            </a:pPr>
            <a:endParaRPr sz="5600" dirty="0"/>
          </a:p>
          <a:p>
            <a:pPr marL="0" lvl="0" indent="0" algn="l" rtl="0">
              <a:spcBef>
                <a:spcPts val="960"/>
              </a:spcBef>
              <a:spcAft>
                <a:spcPts val="0"/>
              </a:spcAft>
              <a:buSzPct val="55200"/>
              <a:buNone/>
            </a:pPr>
            <a:r>
              <a:rPr lang="en-US" sz="5600" b="1" dirty="0"/>
              <a:t>Key Stakeholders:        </a:t>
            </a:r>
            <a:endParaRPr sz="5600" b="1" dirty="0"/>
          </a:p>
          <a:p>
            <a:pPr marL="0" lvl="0" indent="0" algn="l" rtl="0">
              <a:spcBef>
                <a:spcPts val="960"/>
              </a:spcBef>
              <a:spcAft>
                <a:spcPts val="0"/>
              </a:spcAft>
              <a:buSzPct val="115000"/>
              <a:buNone/>
            </a:pPr>
            <a:endParaRPr sz="5600" dirty="0"/>
          </a:p>
          <a:p>
            <a:pPr marL="0" lvl="0" indent="0" algn="l" rtl="0">
              <a:spcBef>
                <a:spcPts val="960"/>
              </a:spcBef>
              <a:spcAft>
                <a:spcPts val="0"/>
              </a:spcAft>
              <a:buSzPct val="67868"/>
              <a:buNone/>
            </a:pPr>
            <a:r>
              <a:rPr lang="en-US" sz="5600" dirty="0" err="1"/>
              <a:t>Cyclistic</a:t>
            </a:r>
            <a:r>
              <a:rPr lang="en-US" sz="5600" dirty="0"/>
              <a:t> marketing team</a:t>
            </a:r>
            <a:endParaRPr sz="5600" dirty="0"/>
          </a:p>
          <a:p>
            <a:pPr marL="0" lvl="0" indent="0" algn="l" rtl="0">
              <a:spcBef>
                <a:spcPts val="960"/>
              </a:spcBef>
              <a:spcAft>
                <a:spcPts val="0"/>
              </a:spcAft>
              <a:buSzPct val="115000"/>
              <a:buNone/>
            </a:pPr>
            <a:endParaRPr sz="5600" dirty="0"/>
          </a:p>
          <a:p>
            <a:pPr marL="0" lvl="0" indent="0" algn="l" rtl="0">
              <a:spcBef>
                <a:spcPts val="960"/>
              </a:spcBef>
              <a:spcAft>
                <a:spcPts val="0"/>
              </a:spcAft>
              <a:buSzPct val="55200"/>
              <a:buNone/>
            </a:pPr>
            <a:r>
              <a:rPr lang="en-US" sz="5600" b="1" dirty="0"/>
              <a:t>Business Task: </a:t>
            </a:r>
            <a:endParaRPr sz="5600" dirty="0"/>
          </a:p>
          <a:p>
            <a:pPr marL="0" lvl="0" indent="0" algn="l" rtl="0">
              <a:spcBef>
                <a:spcPts val="960"/>
              </a:spcBef>
              <a:spcAft>
                <a:spcPts val="0"/>
              </a:spcAft>
              <a:buSzPct val="62727"/>
              <a:buNone/>
            </a:pPr>
            <a:r>
              <a:rPr lang="en-US" sz="5600" dirty="0"/>
              <a:t>Collect data on how Members and Casual Riders use the bikes and develop a strategy to covert Casual Riders into Members based on the findings. </a:t>
            </a:r>
            <a:endParaRPr sz="5600" dirty="0"/>
          </a:p>
          <a:p>
            <a:pPr marL="0" lvl="0" indent="0" algn="l" rtl="0">
              <a:spcBef>
                <a:spcPts val="960"/>
              </a:spcBef>
              <a:spcAft>
                <a:spcPts val="0"/>
              </a:spcAft>
              <a:buSzPct val="115000"/>
              <a:buNone/>
            </a:pPr>
            <a:endParaRPr sz="5600" dirty="0"/>
          </a:p>
          <a:p>
            <a:pPr marL="0" lvl="0" indent="0" algn="l" rtl="0">
              <a:spcBef>
                <a:spcPts val="960"/>
              </a:spcBef>
              <a:spcAft>
                <a:spcPts val="0"/>
              </a:spcAft>
              <a:buSzPct val="115000"/>
              <a:buNone/>
            </a:pPr>
            <a:endParaRPr sz="1800" dirty="0"/>
          </a:p>
          <a:p>
            <a:pPr marL="0" lvl="0" indent="0" algn="l" rtl="0">
              <a:spcBef>
                <a:spcPts val="960"/>
              </a:spcBef>
              <a:spcAft>
                <a:spcPts val="0"/>
              </a:spcAft>
              <a:buSzPct val="115000"/>
              <a:buNone/>
            </a:pPr>
            <a:endParaRPr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5"/>
          <p:cNvSpPr txBox="1">
            <a:spLocks noGrp="1"/>
          </p:cNvSpPr>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rgbClr val="262626"/>
              </a:buClr>
              <a:buSzPts val="4400"/>
              <a:buFont typeface="Garamond"/>
              <a:buNone/>
            </a:pPr>
            <a:r>
              <a:rPr lang="en-US"/>
              <a:t>Steps for Collecting Data and Analysis</a:t>
            </a:r>
            <a:endParaRPr/>
          </a:p>
        </p:txBody>
      </p:sp>
      <p:sp>
        <p:nvSpPr>
          <p:cNvPr id="170" name="Google Shape;170;p5"/>
          <p:cNvSpPr txBox="1">
            <a:spLocks noGrp="1"/>
          </p:cNvSpPr>
          <p:nvPr>
            <p:ph type="body" idx="1"/>
          </p:nvPr>
        </p:nvSpPr>
        <p:spPr>
          <a:xfrm>
            <a:off x="1295401" y="2556932"/>
            <a:ext cx="9601196" cy="3318936"/>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SzPts val="2070"/>
              <a:buAutoNum type="arabicPeriod"/>
            </a:pPr>
            <a:r>
              <a:rPr lang="en-US" sz="1800"/>
              <a:t>Use RStudio to upload and combine 12 months of data on bike trips. </a:t>
            </a:r>
            <a:endParaRPr/>
          </a:p>
          <a:p>
            <a:pPr marL="342900" lvl="0" indent="-342900" algn="l" rtl="0">
              <a:spcBef>
                <a:spcPts val="960"/>
              </a:spcBef>
              <a:spcAft>
                <a:spcPts val="0"/>
              </a:spcAft>
              <a:buSzPts val="2070"/>
              <a:buAutoNum type="arabicPeriod"/>
            </a:pPr>
            <a:r>
              <a:rPr lang="en-US" sz="1800"/>
              <a:t>Create a graph on RStudio that displays the number of bike trips each month for both casual riders and annual members. </a:t>
            </a:r>
            <a:endParaRPr/>
          </a:p>
          <a:p>
            <a:pPr marL="342900" lvl="0" indent="-342900" algn="l" rtl="0">
              <a:spcBef>
                <a:spcPts val="960"/>
              </a:spcBef>
              <a:spcAft>
                <a:spcPts val="0"/>
              </a:spcAft>
              <a:buSzPts val="2070"/>
              <a:buAutoNum type="arabicPeriod"/>
            </a:pPr>
            <a:r>
              <a:rPr lang="en-US" sz="1800"/>
              <a:t>Create a graph on RStudio that displays the total number of bike trips by bike type (electric, classic, and docked) for both casual riders and annual members. </a:t>
            </a:r>
            <a:endParaRPr/>
          </a:p>
          <a:p>
            <a:pPr marL="342900" lvl="0" indent="-342900" algn="l" rtl="0">
              <a:spcBef>
                <a:spcPts val="960"/>
              </a:spcBef>
              <a:spcAft>
                <a:spcPts val="0"/>
              </a:spcAft>
              <a:buSzPts val="2070"/>
              <a:buAutoNum type="arabicPeriod"/>
            </a:pPr>
            <a:r>
              <a:rPr lang="en-US" sz="1800"/>
              <a:t>Analyze the collected data and offer recommendations for how to convert casual riders into annual members based on it. </a:t>
            </a:r>
            <a:br>
              <a:rPr lang="en-US" sz="1800"/>
            </a:br>
            <a:endParaRPr sz="1800"/>
          </a:p>
          <a:p>
            <a:pPr marL="342900" lvl="0" indent="-211455" algn="l" rtl="0">
              <a:spcBef>
                <a:spcPts val="960"/>
              </a:spcBef>
              <a:spcAft>
                <a:spcPts val="0"/>
              </a:spcAft>
              <a:buSzPts val="2070"/>
              <a:buNone/>
            </a:pPr>
            <a:endParaRPr sz="18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6"/>
          <p:cNvSpPr txBox="1">
            <a:spLocks noGrp="1"/>
          </p:cNvSpPr>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rgbClr val="262626"/>
              </a:buClr>
              <a:buSzPts val="4400"/>
              <a:buFont typeface="Garamond"/>
              <a:buNone/>
            </a:pPr>
            <a:r>
              <a:rPr lang="en-US"/>
              <a:t>Results and Analysis Part 1 </a:t>
            </a:r>
            <a:endParaRPr/>
          </a:p>
        </p:txBody>
      </p:sp>
      <p:sp>
        <p:nvSpPr>
          <p:cNvPr id="176" name="Google Shape;176;p6"/>
          <p:cNvSpPr txBox="1"/>
          <p:nvPr/>
        </p:nvSpPr>
        <p:spPr>
          <a:xfrm>
            <a:off x="2675965" y="5104177"/>
            <a:ext cx="6840070" cy="107721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0" i="0" u="none" strike="noStrike" cap="none" dirty="0">
                <a:solidFill>
                  <a:schemeClr val="dk1"/>
                </a:solidFill>
                <a:latin typeface="Garamond"/>
                <a:ea typeface="Garamond"/>
                <a:cs typeface="Garamond"/>
                <a:sym typeface="Garamond"/>
              </a:rPr>
              <a:t>Members make more bike trips every month than Casual </a:t>
            </a:r>
            <a:r>
              <a:rPr lang="en-US" sz="1600" dirty="0">
                <a:solidFill>
                  <a:schemeClr val="dk1"/>
                </a:solidFill>
                <a:latin typeface="Garamond"/>
                <a:ea typeface="Garamond"/>
                <a:cs typeface="Garamond"/>
                <a:sym typeface="Garamond"/>
              </a:rPr>
              <a:t>R</a:t>
            </a:r>
            <a:r>
              <a:rPr lang="en-US" sz="1600" b="0" i="0" u="none" strike="noStrike" cap="none" dirty="0">
                <a:solidFill>
                  <a:schemeClr val="dk1"/>
                </a:solidFill>
                <a:latin typeface="Garamond"/>
                <a:ea typeface="Garamond"/>
                <a:cs typeface="Garamond"/>
                <a:sym typeface="Garamond"/>
              </a:rPr>
              <a:t>iders. However, the number of bike trips peak during the summer months for both categories of users (August or month 8 for Members, July or month 7 for Casual </a:t>
            </a:r>
            <a:r>
              <a:rPr lang="en-US" sz="1600" dirty="0">
                <a:solidFill>
                  <a:schemeClr val="dk1"/>
                </a:solidFill>
                <a:latin typeface="Garamond"/>
                <a:ea typeface="Garamond"/>
                <a:cs typeface="Garamond"/>
                <a:sym typeface="Garamond"/>
              </a:rPr>
              <a:t>R</a:t>
            </a:r>
            <a:r>
              <a:rPr lang="en-US" sz="1600" b="0" i="0" u="none" strike="noStrike" cap="none" dirty="0">
                <a:solidFill>
                  <a:schemeClr val="dk1"/>
                </a:solidFill>
                <a:latin typeface="Garamond"/>
                <a:ea typeface="Garamond"/>
                <a:cs typeface="Garamond"/>
                <a:sym typeface="Garamond"/>
              </a:rPr>
              <a:t>iders) and is a minimum during the winter months. </a:t>
            </a:r>
            <a:endParaRPr dirty="0"/>
          </a:p>
        </p:txBody>
      </p:sp>
      <p:sp>
        <p:nvSpPr>
          <p:cNvPr id="3" name="Text Placeholder 2">
            <a:extLst>
              <a:ext uri="{FF2B5EF4-FFF2-40B4-BE49-F238E27FC236}">
                <a16:creationId xmlns:a16="http://schemas.microsoft.com/office/drawing/2014/main" id="{54A3C2B1-FE86-AD52-63EE-FD8B17EB1117}"/>
              </a:ext>
            </a:extLst>
          </p:cNvPr>
          <p:cNvSpPr>
            <a:spLocks noGrp="1"/>
          </p:cNvSpPr>
          <p:nvPr>
            <p:ph type="body" idx="1"/>
          </p:nvPr>
        </p:nvSpPr>
        <p:spPr>
          <a:xfrm>
            <a:off x="1295401" y="2556931"/>
            <a:ext cx="9601196" cy="3624463"/>
          </a:xfrm>
        </p:spPr>
        <p:txBody>
          <a:bodyPr/>
          <a:lstStyle/>
          <a:p>
            <a:pPr marL="97155" indent="0">
              <a:buNone/>
            </a:pPr>
            <a:endParaRPr lang="en-US" dirty="0"/>
          </a:p>
        </p:txBody>
      </p:sp>
      <p:pic>
        <p:nvPicPr>
          <p:cNvPr id="7" name="Picture 6">
            <a:extLst>
              <a:ext uri="{FF2B5EF4-FFF2-40B4-BE49-F238E27FC236}">
                <a16:creationId xmlns:a16="http://schemas.microsoft.com/office/drawing/2014/main" id="{F42E01ED-66D8-212C-A8FC-42F0B3CA23CF}"/>
              </a:ext>
            </a:extLst>
          </p:cNvPr>
          <p:cNvPicPr>
            <a:picLocks noChangeAspect="1"/>
          </p:cNvPicPr>
          <p:nvPr/>
        </p:nvPicPr>
        <p:blipFill>
          <a:blip r:embed="rId3"/>
          <a:stretch>
            <a:fillRect/>
          </a:stretch>
        </p:blipFill>
        <p:spPr>
          <a:xfrm>
            <a:off x="2483685" y="2662878"/>
            <a:ext cx="7224628" cy="2438941"/>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7"/>
          <p:cNvSpPr txBox="1">
            <a:spLocks noGrp="1"/>
          </p:cNvSpPr>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rgbClr val="262626"/>
              </a:buClr>
              <a:buSzPts val="4400"/>
              <a:buFont typeface="Garamond"/>
              <a:buNone/>
            </a:pPr>
            <a:r>
              <a:rPr lang="en-US"/>
              <a:t>Results and Analysis Part 2</a:t>
            </a:r>
            <a:endParaRPr/>
          </a:p>
        </p:txBody>
      </p:sp>
      <p:sp>
        <p:nvSpPr>
          <p:cNvPr id="183" name="Google Shape;183;p7"/>
          <p:cNvSpPr txBox="1"/>
          <p:nvPr/>
        </p:nvSpPr>
        <p:spPr>
          <a:xfrm>
            <a:off x="2689412" y="4993340"/>
            <a:ext cx="6329083" cy="120028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dirty="0">
                <a:solidFill>
                  <a:schemeClr val="dk1"/>
                </a:solidFill>
                <a:latin typeface="Garamond"/>
                <a:ea typeface="Garamond"/>
                <a:cs typeface="Garamond"/>
                <a:sym typeface="Garamond"/>
              </a:rPr>
              <a:t>As far as total number of trips are concerned, Members outnumber Casual Riders for both classic bikes and electric bikes. However, there no reported docked bike trip for Members while for Casual Riders, there are.  </a:t>
            </a:r>
            <a:endParaRPr dirty="0"/>
          </a:p>
        </p:txBody>
      </p:sp>
      <p:sp>
        <p:nvSpPr>
          <p:cNvPr id="3" name="Text Placeholder 2">
            <a:extLst>
              <a:ext uri="{FF2B5EF4-FFF2-40B4-BE49-F238E27FC236}">
                <a16:creationId xmlns:a16="http://schemas.microsoft.com/office/drawing/2014/main" id="{65626548-4605-BF6F-7686-E607EF754B84}"/>
              </a:ext>
            </a:extLst>
          </p:cNvPr>
          <p:cNvSpPr>
            <a:spLocks noGrp="1"/>
          </p:cNvSpPr>
          <p:nvPr>
            <p:ph type="body" idx="1"/>
          </p:nvPr>
        </p:nvSpPr>
        <p:spPr>
          <a:xfrm>
            <a:off x="1295401" y="2556932"/>
            <a:ext cx="9601196" cy="3636696"/>
          </a:xfrm>
        </p:spPr>
        <p:txBody>
          <a:bodyPr/>
          <a:lstStyle/>
          <a:p>
            <a:pPr marL="97155" indent="0">
              <a:buNone/>
            </a:pPr>
            <a:endParaRPr lang="en-US" dirty="0"/>
          </a:p>
        </p:txBody>
      </p:sp>
      <p:pic>
        <p:nvPicPr>
          <p:cNvPr id="5" name="Picture 4">
            <a:extLst>
              <a:ext uri="{FF2B5EF4-FFF2-40B4-BE49-F238E27FC236}">
                <a16:creationId xmlns:a16="http://schemas.microsoft.com/office/drawing/2014/main" id="{9C3D1CDF-E553-1F47-9BFF-E3D122907580}"/>
              </a:ext>
            </a:extLst>
          </p:cNvPr>
          <p:cNvPicPr>
            <a:picLocks noChangeAspect="1"/>
          </p:cNvPicPr>
          <p:nvPr/>
        </p:nvPicPr>
        <p:blipFill>
          <a:blip r:embed="rId3"/>
          <a:stretch>
            <a:fillRect/>
          </a:stretch>
        </p:blipFill>
        <p:spPr>
          <a:xfrm>
            <a:off x="2689412" y="2708351"/>
            <a:ext cx="6569009" cy="221761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8"/>
          <p:cNvSpPr txBox="1">
            <a:spLocks noGrp="1"/>
          </p:cNvSpPr>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rgbClr val="262626"/>
              </a:buClr>
              <a:buSzPts val="4400"/>
              <a:buFont typeface="Garamond"/>
              <a:buNone/>
            </a:pPr>
            <a:r>
              <a:rPr lang="en-US"/>
              <a:t>Conclusion </a:t>
            </a:r>
            <a:endParaRPr/>
          </a:p>
        </p:txBody>
      </p:sp>
      <p:sp>
        <p:nvSpPr>
          <p:cNvPr id="190" name="Google Shape;190;p8"/>
          <p:cNvSpPr txBox="1">
            <a:spLocks noGrp="1"/>
          </p:cNvSpPr>
          <p:nvPr>
            <p:ph type="body" idx="1"/>
          </p:nvPr>
        </p:nvSpPr>
        <p:spPr>
          <a:xfrm>
            <a:off x="1295401" y="2556932"/>
            <a:ext cx="9601196" cy="3318936"/>
          </a:xfrm>
          <a:prstGeom prst="rect">
            <a:avLst/>
          </a:prstGeom>
          <a:noFill/>
          <a:ln>
            <a:noFill/>
          </a:ln>
        </p:spPr>
        <p:txBody>
          <a:bodyPr spcFirstLastPara="1" wrap="square" lIns="91425" tIns="45700" rIns="91425" bIns="45700" anchor="t" anchorCtr="0">
            <a:normAutofit/>
          </a:bodyPr>
          <a:lstStyle/>
          <a:p>
            <a:pPr marL="285750" lvl="0" indent="-285750" algn="l" rtl="0">
              <a:spcBef>
                <a:spcPts val="0"/>
              </a:spcBef>
              <a:spcAft>
                <a:spcPts val="0"/>
              </a:spcAft>
              <a:buSzPts val="2070"/>
              <a:buChar char="•"/>
            </a:pPr>
            <a:r>
              <a:rPr lang="en-US" sz="1800" dirty="0"/>
              <a:t>There is a significant difference between how Casual Riders and Members use </a:t>
            </a:r>
            <a:r>
              <a:rPr lang="en-US" sz="1800" dirty="0" err="1"/>
              <a:t>Cyclistic</a:t>
            </a:r>
            <a:r>
              <a:rPr lang="en-US" sz="1800" dirty="0"/>
              <a:t> bikes. </a:t>
            </a:r>
            <a:endParaRPr dirty="0"/>
          </a:p>
          <a:p>
            <a:pPr marL="285750" lvl="0" indent="-285750" algn="l" rtl="0">
              <a:spcBef>
                <a:spcPts val="960"/>
              </a:spcBef>
              <a:spcAft>
                <a:spcPts val="0"/>
              </a:spcAft>
              <a:buSzPts val="2070"/>
              <a:buChar char="•"/>
            </a:pPr>
            <a:r>
              <a:rPr lang="en-US" sz="1800" dirty="0"/>
              <a:t>Members make more bike trips every month than casual riders. </a:t>
            </a:r>
            <a:endParaRPr dirty="0"/>
          </a:p>
          <a:p>
            <a:pPr marL="285750" lvl="0" indent="-285750" algn="l" rtl="0">
              <a:spcBef>
                <a:spcPts val="960"/>
              </a:spcBef>
              <a:spcAft>
                <a:spcPts val="0"/>
              </a:spcAft>
              <a:buSzPts val="2070"/>
              <a:buChar char="•"/>
            </a:pPr>
            <a:r>
              <a:rPr lang="en-US" sz="1800" dirty="0"/>
              <a:t>Casual Riders use docked bikes while members don’t.</a:t>
            </a:r>
            <a:endParaRPr dirty="0"/>
          </a:p>
          <a:p>
            <a:pPr marL="285750" lvl="0" indent="-285750" algn="l" rtl="0">
              <a:spcBef>
                <a:spcPts val="960"/>
              </a:spcBef>
              <a:spcAft>
                <a:spcPts val="0"/>
              </a:spcAft>
              <a:buSzPts val="2070"/>
              <a:buChar char="•"/>
            </a:pPr>
            <a:r>
              <a:rPr lang="en-US" sz="1800" dirty="0"/>
              <a:t>There is one similarity between Casual Riders and Members though: the number of bike trips every month for both categories peaks in the summer and drops drastically in the winter. </a:t>
            </a:r>
            <a:endParaRPr dirty="0"/>
          </a:p>
          <a:p>
            <a:pPr marL="285750" lvl="0" indent="-285750" algn="l" rtl="0">
              <a:spcBef>
                <a:spcPts val="960"/>
              </a:spcBef>
              <a:spcAft>
                <a:spcPts val="0"/>
              </a:spcAft>
              <a:buSzPts val="2070"/>
              <a:buChar char="•"/>
            </a:pPr>
            <a:r>
              <a:rPr lang="en-US" sz="1800" dirty="0"/>
              <a:t>Since Casual Riders use bikes much more during the summer than in the winter just like Members do, they would save a significant amount of money by switching to annual membership. </a:t>
            </a: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9"/>
          <p:cNvSpPr txBox="1">
            <a:spLocks noGrp="1"/>
          </p:cNvSpPr>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rgbClr val="262626"/>
              </a:buClr>
              <a:buSzPts val="4400"/>
              <a:buFont typeface="Garamond"/>
              <a:buNone/>
            </a:pPr>
            <a:r>
              <a:rPr lang="en-US"/>
              <a:t>Top Three Recommendations</a:t>
            </a:r>
            <a:endParaRPr/>
          </a:p>
        </p:txBody>
      </p:sp>
      <p:sp>
        <p:nvSpPr>
          <p:cNvPr id="196" name="Google Shape;196;p9"/>
          <p:cNvSpPr txBox="1">
            <a:spLocks noGrp="1"/>
          </p:cNvSpPr>
          <p:nvPr>
            <p:ph type="body" idx="1"/>
          </p:nvPr>
        </p:nvSpPr>
        <p:spPr>
          <a:xfrm>
            <a:off x="1295401" y="2556932"/>
            <a:ext cx="9601196" cy="3318936"/>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SzPts val="2070"/>
              <a:buAutoNum type="arabicPeriod"/>
            </a:pPr>
            <a:r>
              <a:rPr lang="en-US" sz="1800"/>
              <a:t> Use social media and TV ads to explain to casual riders the financial benefit of switching to an annual membership (paying less money at one time than what would be required to pay for all the needed single rides or daily passes). </a:t>
            </a:r>
            <a:endParaRPr/>
          </a:p>
          <a:p>
            <a:pPr marL="342900" lvl="0" indent="-342900" algn="l" rtl="0">
              <a:spcBef>
                <a:spcPts val="960"/>
              </a:spcBef>
              <a:spcAft>
                <a:spcPts val="0"/>
              </a:spcAft>
              <a:buSzPts val="2070"/>
              <a:buAutoNum type="arabicPeriod"/>
            </a:pPr>
            <a:r>
              <a:rPr lang="en-US" sz="1800"/>
              <a:t>To increase bike customer usage during the winter period, offer a one-time discount of 40% on the annual membership fee from August 1st to September 30</a:t>
            </a:r>
            <a:r>
              <a:rPr lang="en-US" sz="1800" baseline="30000"/>
              <a:t>th</a:t>
            </a:r>
            <a:r>
              <a:rPr lang="en-US" sz="1800"/>
              <a:t>.  </a:t>
            </a:r>
            <a:endParaRPr/>
          </a:p>
          <a:p>
            <a:pPr marL="342900" lvl="0" indent="-342900" algn="l" rtl="0">
              <a:spcBef>
                <a:spcPts val="960"/>
              </a:spcBef>
              <a:spcAft>
                <a:spcPts val="0"/>
              </a:spcAft>
              <a:buSzPts val="2070"/>
              <a:buFont typeface="Arial"/>
              <a:buAutoNum type="arabicPeriod"/>
            </a:pPr>
            <a:r>
              <a:rPr lang="en-US" sz="1800"/>
              <a:t>Offer a one-time 20% discount for the annual membership fee to any casual rider who has used Cyclistic bike services at least once in the previous three months. </a:t>
            </a:r>
            <a:endParaRPr/>
          </a:p>
          <a:p>
            <a:pPr marL="0" lvl="0" indent="0" algn="l" rtl="0">
              <a:spcBef>
                <a:spcPts val="960"/>
              </a:spcBef>
              <a:spcAft>
                <a:spcPts val="0"/>
              </a:spcAft>
              <a:buSzPts val="2070"/>
              <a:buNone/>
            </a:pPr>
            <a:r>
              <a:rPr lang="en-US" sz="1800"/>
              <a:t>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01" name="Google Shape;201;p4"/>
          <p:cNvSpPr txBox="1">
            <a:spLocks noGrp="1"/>
          </p:cNvSpPr>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rgbClr val="262626"/>
              </a:buClr>
              <a:buSzPts val="4400"/>
              <a:buFont typeface="Garamond"/>
              <a:buNone/>
            </a:pPr>
            <a:r>
              <a:rPr lang="en-US"/>
              <a:t>Data Sources Used </a:t>
            </a:r>
            <a:endParaRPr/>
          </a:p>
        </p:txBody>
      </p:sp>
      <p:sp>
        <p:nvSpPr>
          <p:cNvPr id="202" name="Google Shape;202;p4"/>
          <p:cNvSpPr txBox="1">
            <a:spLocks noGrp="1"/>
          </p:cNvSpPr>
          <p:nvPr>
            <p:ph type="body" idx="1"/>
          </p:nvPr>
        </p:nvSpPr>
        <p:spPr>
          <a:xfrm>
            <a:off x="1295401" y="2556932"/>
            <a:ext cx="9601196" cy="3318936"/>
          </a:xfrm>
          <a:prstGeom prst="rect">
            <a:avLst/>
          </a:prstGeom>
          <a:noFill/>
          <a:ln>
            <a:noFill/>
          </a:ln>
        </p:spPr>
        <p:txBody>
          <a:bodyPr spcFirstLastPara="1" wrap="square" lIns="91425" tIns="45700" rIns="91425" bIns="45700" anchor="t" anchorCtr="0">
            <a:normAutofit fontScale="62500" lnSpcReduction="20000"/>
          </a:bodyPr>
          <a:lstStyle/>
          <a:p>
            <a:pPr marL="0" lvl="0" indent="0" algn="ctr" rtl="0">
              <a:spcBef>
                <a:spcPts val="0"/>
              </a:spcBef>
              <a:spcAft>
                <a:spcPts val="0"/>
              </a:spcAft>
              <a:buSzPct val="115000"/>
              <a:buNone/>
            </a:pPr>
            <a:r>
              <a:rPr lang="en-US" sz="2200" b="0" i="0" u="sng">
                <a:solidFill>
                  <a:srgbClr val="005580"/>
                </a:solidFill>
                <a:latin typeface="Helvetica Neue"/>
                <a:ea typeface="Helvetica Neue"/>
                <a:cs typeface="Helvetica Neue"/>
                <a:sym typeface="Helvetica Neue"/>
                <a:hlinkClick r:id="rId3">
                  <a:extLst>
                    <a:ext uri="{A12FA001-AC4F-418D-AE19-62706E023703}">
                      <ahyp:hlinkClr xmlns:ahyp="http://schemas.microsoft.com/office/drawing/2018/hyperlinkcolor" val="tx"/>
                    </a:ext>
                  </a:extLst>
                </a:hlinkClick>
              </a:rPr>
              <a:t>202301-divvy-tripdata.zip</a:t>
            </a:r>
            <a:endParaRPr sz="2200" b="0" i="0" u="sng">
              <a:solidFill>
                <a:srgbClr val="005580"/>
              </a:solidFill>
              <a:latin typeface="Helvetica Neue"/>
              <a:ea typeface="Helvetica Neue"/>
              <a:cs typeface="Helvetica Neue"/>
              <a:sym typeface="Helvetica Neue"/>
            </a:endParaRPr>
          </a:p>
          <a:p>
            <a:pPr marL="0" lvl="0" indent="0" algn="ctr" rtl="0">
              <a:spcBef>
                <a:spcPts val="842"/>
              </a:spcBef>
              <a:spcAft>
                <a:spcPts val="0"/>
              </a:spcAft>
              <a:buSzPct val="115000"/>
              <a:buNone/>
            </a:pPr>
            <a:r>
              <a:rPr lang="en-US" sz="2200" b="0" i="0">
                <a:solidFill>
                  <a:srgbClr val="333333"/>
                </a:solidFill>
                <a:latin typeface="Helvetica Neue"/>
                <a:ea typeface="Helvetica Neue"/>
                <a:cs typeface="Helvetica Neue"/>
                <a:sym typeface="Helvetica Neue"/>
              </a:rPr>
              <a:t> </a:t>
            </a:r>
            <a:r>
              <a:rPr lang="en-US" sz="2200" b="0" i="0" u="sng">
                <a:solidFill>
                  <a:srgbClr val="005580"/>
                </a:solidFill>
                <a:latin typeface="Helvetica Neue"/>
                <a:ea typeface="Helvetica Neue"/>
                <a:cs typeface="Helvetica Neue"/>
                <a:sym typeface="Helvetica Neue"/>
                <a:hlinkClick r:id="rId4">
                  <a:extLst>
                    <a:ext uri="{A12FA001-AC4F-418D-AE19-62706E023703}">
                      <ahyp:hlinkClr xmlns:ahyp="http://schemas.microsoft.com/office/drawing/2018/hyperlinkcolor" val="tx"/>
                    </a:ext>
                  </a:extLst>
                </a:hlinkClick>
              </a:rPr>
              <a:t>202302-divvy-tripdata.zip</a:t>
            </a:r>
            <a:endParaRPr sz="2200" u="sng">
              <a:solidFill>
                <a:srgbClr val="005580"/>
              </a:solidFill>
              <a:latin typeface="Helvetica Neue"/>
              <a:ea typeface="Helvetica Neue"/>
              <a:cs typeface="Helvetica Neue"/>
              <a:sym typeface="Helvetica Neue"/>
            </a:endParaRPr>
          </a:p>
          <a:p>
            <a:pPr marL="0" lvl="0" indent="0" algn="ctr" rtl="0">
              <a:spcBef>
                <a:spcPts val="842"/>
              </a:spcBef>
              <a:spcAft>
                <a:spcPts val="0"/>
              </a:spcAft>
              <a:buSzPct val="115000"/>
              <a:buNone/>
            </a:pPr>
            <a:r>
              <a:rPr lang="en-US" sz="2200" b="0" i="0">
                <a:solidFill>
                  <a:srgbClr val="333333"/>
                </a:solidFill>
                <a:latin typeface="Helvetica Neue"/>
                <a:ea typeface="Helvetica Neue"/>
                <a:cs typeface="Helvetica Neue"/>
                <a:sym typeface="Helvetica Neue"/>
              </a:rPr>
              <a:t> </a:t>
            </a:r>
            <a:r>
              <a:rPr lang="en-US" sz="2200" b="0" i="0" u="sng">
                <a:solidFill>
                  <a:srgbClr val="005580"/>
                </a:solidFill>
                <a:latin typeface="Helvetica Neue"/>
                <a:ea typeface="Helvetica Neue"/>
                <a:cs typeface="Helvetica Neue"/>
                <a:sym typeface="Helvetica Neue"/>
                <a:hlinkClick r:id="rId5">
                  <a:extLst>
                    <a:ext uri="{A12FA001-AC4F-418D-AE19-62706E023703}">
                      <ahyp:hlinkClr xmlns:ahyp="http://schemas.microsoft.com/office/drawing/2018/hyperlinkcolor" val="tx"/>
                    </a:ext>
                  </a:extLst>
                </a:hlinkClick>
              </a:rPr>
              <a:t>202303-divvy-tripdata.zip</a:t>
            </a:r>
            <a:endParaRPr sz="2200" b="0" i="0" u="sng">
              <a:solidFill>
                <a:srgbClr val="005580"/>
              </a:solidFill>
              <a:latin typeface="Helvetica Neue"/>
              <a:ea typeface="Helvetica Neue"/>
              <a:cs typeface="Helvetica Neue"/>
              <a:sym typeface="Helvetica Neue"/>
            </a:endParaRPr>
          </a:p>
          <a:p>
            <a:pPr marL="0" lvl="0" indent="0" algn="ctr" rtl="0">
              <a:spcBef>
                <a:spcPts val="842"/>
              </a:spcBef>
              <a:spcAft>
                <a:spcPts val="0"/>
              </a:spcAft>
              <a:buSzPct val="115000"/>
              <a:buNone/>
            </a:pPr>
            <a:r>
              <a:rPr lang="en-US" sz="2200" b="0" i="0">
                <a:solidFill>
                  <a:srgbClr val="333333"/>
                </a:solidFill>
                <a:latin typeface="Helvetica Neue"/>
                <a:ea typeface="Helvetica Neue"/>
                <a:cs typeface="Helvetica Neue"/>
                <a:sym typeface="Helvetica Neue"/>
              </a:rPr>
              <a:t> </a:t>
            </a:r>
            <a:r>
              <a:rPr lang="en-US" sz="2200" b="0" i="0" u="sng">
                <a:solidFill>
                  <a:srgbClr val="005580"/>
                </a:solidFill>
                <a:latin typeface="Helvetica Neue"/>
                <a:ea typeface="Helvetica Neue"/>
                <a:cs typeface="Helvetica Neue"/>
                <a:sym typeface="Helvetica Neue"/>
                <a:hlinkClick r:id="rId6">
                  <a:extLst>
                    <a:ext uri="{A12FA001-AC4F-418D-AE19-62706E023703}">
                      <ahyp:hlinkClr xmlns:ahyp="http://schemas.microsoft.com/office/drawing/2018/hyperlinkcolor" val="tx"/>
                    </a:ext>
                  </a:extLst>
                </a:hlinkClick>
              </a:rPr>
              <a:t>202304-divvy-tripdata.zip</a:t>
            </a:r>
            <a:endParaRPr sz="2200" b="0" i="0" u="sng">
              <a:solidFill>
                <a:srgbClr val="005580"/>
              </a:solidFill>
              <a:latin typeface="Helvetica Neue"/>
              <a:ea typeface="Helvetica Neue"/>
              <a:cs typeface="Helvetica Neue"/>
              <a:sym typeface="Helvetica Neue"/>
            </a:endParaRPr>
          </a:p>
          <a:p>
            <a:pPr marL="0" lvl="0" indent="0" algn="ctr" rtl="0">
              <a:spcBef>
                <a:spcPts val="842"/>
              </a:spcBef>
              <a:spcAft>
                <a:spcPts val="0"/>
              </a:spcAft>
              <a:buSzPct val="115000"/>
              <a:buNone/>
            </a:pPr>
            <a:r>
              <a:rPr lang="en-US" sz="2200" b="0" i="0" u="sng">
                <a:solidFill>
                  <a:srgbClr val="005580"/>
                </a:solidFill>
                <a:latin typeface="Helvetica Neue"/>
                <a:ea typeface="Helvetica Neue"/>
                <a:cs typeface="Helvetica Neue"/>
                <a:sym typeface="Helvetica Neue"/>
                <a:hlinkClick r:id="rId7">
                  <a:extLst>
                    <a:ext uri="{A12FA001-AC4F-418D-AE19-62706E023703}">
                      <ahyp:hlinkClr xmlns:ahyp="http://schemas.microsoft.com/office/drawing/2018/hyperlinkcolor" val="tx"/>
                    </a:ext>
                  </a:extLst>
                </a:hlinkClick>
              </a:rPr>
              <a:t>202305-divvy-tripdata.zip</a:t>
            </a:r>
            <a:endParaRPr sz="2200" b="0" i="0" u="sng">
              <a:solidFill>
                <a:srgbClr val="005580"/>
              </a:solidFill>
              <a:latin typeface="Helvetica Neue"/>
              <a:ea typeface="Helvetica Neue"/>
              <a:cs typeface="Helvetica Neue"/>
              <a:sym typeface="Helvetica Neue"/>
            </a:endParaRPr>
          </a:p>
          <a:p>
            <a:pPr marL="0" lvl="0" indent="0" algn="ctr" rtl="0">
              <a:spcBef>
                <a:spcPts val="842"/>
              </a:spcBef>
              <a:spcAft>
                <a:spcPts val="0"/>
              </a:spcAft>
              <a:buSzPct val="115000"/>
              <a:buNone/>
            </a:pPr>
            <a:r>
              <a:rPr lang="en-US" sz="2200" b="0" i="0">
                <a:solidFill>
                  <a:srgbClr val="333333"/>
                </a:solidFill>
                <a:latin typeface="Helvetica Neue"/>
                <a:ea typeface="Helvetica Neue"/>
                <a:cs typeface="Helvetica Neue"/>
                <a:sym typeface="Helvetica Neue"/>
              </a:rPr>
              <a:t> </a:t>
            </a:r>
            <a:r>
              <a:rPr lang="en-US" sz="2200" b="0" i="0" u="sng">
                <a:solidFill>
                  <a:srgbClr val="005580"/>
                </a:solidFill>
                <a:latin typeface="Helvetica Neue"/>
                <a:ea typeface="Helvetica Neue"/>
                <a:cs typeface="Helvetica Neue"/>
                <a:sym typeface="Helvetica Neue"/>
                <a:hlinkClick r:id="rId8">
                  <a:extLst>
                    <a:ext uri="{A12FA001-AC4F-418D-AE19-62706E023703}">
                      <ahyp:hlinkClr xmlns:ahyp="http://schemas.microsoft.com/office/drawing/2018/hyperlinkcolor" val="tx"/>
                    </a:ext>
                  </a:extLst>
                </a:hlinkClick>
              </a:rPr>
              <a:t>202306-divvy-tripdata.zip</a:t>
            </a:r>
            <a:endParaRPr sz="2200" b="0" i="0" u="sng">
              <a:solidFill>
                <a:srgbClr val="005580"/>
              </a:solidFill>
              <a:latin typeface="Helvetica Neue"/>
              <a:ea typeface="Helvetica Neue"/>
              <a:cs typeface="Helvetica Neue"/>
              <a:sym typeface="Helvetica Neue"/>
            </a:endParaRPr>
          </a:p>
          <a:p>
            <a:pPr marL="0" lvl="0" indent="0" algn="ctr" rtl="0">
              <a:spcBef>
                <a:spcPts val="842"/>
              </a:spcBef>
              <a:spcAft>
                <a:spcPts val="0"/>
              </a:spcAft>
              <a:buSzPct val="115000"/>
              <a:buNone/>
            </a:pPr>
            <a:r>
              <a:rPr lang="en-US" sz="2200" b="0" i="0" u="sng">
                <a:solidFill>
                  <a:srgbClr val="005580"/>
                </a:solidFill>
                <a:latin typeface="Helvetica Neue"/>
                <a:ea typeface="Helvetica Neue"/>
                <a:cs typeface="Helvetica Neue"/>
                <a:sym typeface="Helvetica Neue"/>
                <a:hlinkClick r:id="rId9">
                  <a:extLst>
                    <a:ext uri="{A12FA001-AC4F-418D-AE19-62706E023703}">
                      <ahyp:hlinkClr xmlns:ahyp="http://schemas.microsoft.com/office/drawing/2018/hyperlinkcolor" val="tx"/>
                    </a:ext>
                  </a:extLst>
                </a:hlinkClick>
              </a:rPr>
              <a:t>202307-divvy-tripdata.zip</a:t>
            </a:r>
            <a:endParaRPr sz="2200" b="0" i="0" u="sng">
              <a:solidFill>
                <a:srgbClr val="005580"/>
              </a:solidFill>
              <a:latin typeface="Helvetica Neue"/>
              <a:ea typeface="Helvetica Neue"/>
              <a:cs typeface="Helvetica Neue"/>
              <a:sym typeface="Helvetica Neue"/>
            </a:endParaRPr>
          </a:p>
          <a:p>
            <a:pPr marL="0" lvl="0" indent="0" algn="ctr" rtl="0">
              <a:spcBef>
                <a:spcPts val="842"/>
              </a:spcBef>
              <a:spcAft>
                <a:spcPts val="0"/>
              </a:spcAft>
              <a:buSzPct val="115000"/>
              <a:buNone/>
            </a:pPr>
            <a:r>
              <a:rPr lang="en-US" sz="2200" b="0" i="0" u="sng">
                <a:solidFill>
                  <a:srgbClr val="005580"/>
                </a:solidFill>
                <a:latin typeface="Helvetica Neue"/>
                <a:ea typeface="Helvetica Neue"/>
                <a:cs typeface="Helvetica Neue"/>
                <a:sym typeface="Helvetica Neue"/>
                <a:hlinkClick r:id="rId10">
                  <a:extLst>
                    <a:ext uri="{A12FA001-AC4F-418D-AE19-62706E023703}">
                      <ahyp:hlinkClr xmlns:ahyp="http://schemas.microsoft.com/office/drawing/2018/hyperlinkcolor" val="tx"/>
                    </a:ext>
                  </a:extLst>
                </a:hlinkClick>
              </a:rPr>
              <a:t>202308-divvy-tripdata.zip</a:t>
            </a:r>
            <a:endParaRPr sz="2200" b="0" i="0" u="sng">
              <a:solidFill>
                <a:srgbClr val="005580"/>
              </a:solidFill>
              <a:latin typeface="Helvetica Neue"/>
              <a:ea typeface="Helvetica Neue"/>
              <a:cs typeface="Helvetica Neue"/>
              <a:sym typeface="Helvetica Neue"/>
            </a:endParaRPr>
          </a:p>
          <a:p>
            <a:pPr marL="0" lvl="0" indent="0" algn="ctr" rtl="0">
              <a:spcBef>
                <a:spcPts val="842"/>
              </a:spcBef>
              <a:spcAft>
                <a:spcPts val="0"/>
              </a:spcAft>
              <a:buSzPct val="115000"/>
              <a:buNone/>
            </a:pPr>
            <a:r>
              <a:rPr lang="en-US" sz="2200" b="0" i="0">
                <a:solidFill>
                  <a:srgbClr val="333333"/>
                </a:solidFill>
                <a:latin typeface="Helvetica Neue"/>
                <a:ea typeface="Helvetica Neue"/>
                <a:cs typeface="Helvetica Neue"/>
                <a:sym typeface="Helvetica Neue"/>
              </a:rPr>
              <a:t> </a:t>
            </a:r>
            <a:r>
              <a:rPr lang="en-US" sz="2200" b="0" i="0" u="sng" strike="noStrike">
                <a:solidFill>
                  <a:srgbClr val="0088CC"/>
                </a:solidFill>
                <a:latin typeface="Helvetica Neue"/>
                <a:ea typeface="Helvetica Neue"/>
                <a:cs typeface="Helvetica Neue"/>
                <a:sym typeface="Helvetica Neue"/>
                <a:hlinkClick r:id="rId11">
                  <a:extLst>
                    <a:ext uri="{A12FA001-AC4F-418D-AE19-62706E023703}">
                      <ahyp:hlinkClr xmlns:ahyp="http://schemas.microsoft.com/office/drawing/2018/hyperlinkcolor" val="tx"/>
                    </a:ext>
                  </a:extLst>
                </a:hlinkClick>
              </a:rPr>
              <a:t>202309-divvy-tripdata.zip</a:t>
            </a:r>
            <a:endParaRPr sz="2200" b="0" i="0" u="none" strike="noStrike">
              <a:solidFill>
                <a:srgbClr val="0088CC"/>
              </a:solidFill>
              <a:latin typeface="Helvetica Neue"/>
              <a:ea typeface="Helvetica Neue"/>
              <a:cs typeface="Helvetica Neue"/>
              <a:sym typeface="Helvetica Neue"/>
            </a:endParaRPr>
          </a:p>
          <a:p>
            <a:pPr marL="0" lvl="0" indent="0" algn="ctr" rtl="0">
              <a:spcBef>
                <a:spcPts val="842"/>
              </a:spcBef>
              <a:spcAft>
                <a:spcPts val="0"/>
              </a:spcAft>
              <a:buSzPct val="115000"/>
              <a:buNone/>
            </a:pPr>
            <a:r>
              <a:rPr lang="en-US" sz="2200" b="0" i="0">
                <a:solidFill>
                  <a:srgbClr val="333333"/>
                </a:solidFill>
                <a:latin typeface="Helvetica Neue"/>
                <a:ea typeface="Helvetica Neue"/>
                <a:cs typeface="Helvetica Neue"/>
                <a:sym typeface="Helvetica Neue"/>
              </a:rPr>
              <a:t> </a:t>
            </a:r>
            <a:r>
              <a:rPr lang="en-US" sz="2200" b="0" i="0" u="sng">
                <a:solidFill>
                  <a:srgbClr val="005580"/>
                </a:solidFill>
                <a:latin typeface="Helvetica Neue"/>
                <a:ea typeface="Helvetica Neue"/>
                <a:cs typeface="Helvetica Neue"/>
                <a:sym typeface="Helvetica Neue"/>
                <a:hlinkClick r:id="rId12">
                  <a:extLst>
                    <a:ext uri="{A12FA001-AC4F-418D-AE19-62706E023703}">
                      <ahyp:hlinkClr xmlns:ahyp="http://schemas.microsoft.com/office/drawing/2018/hyperlinkcolor" val="tx"/>
                    </a:ext>
                  </a:extLst>
                </a:hlinkClick>
              </a:rPr>
              <a:t>202310-divvy-tripdata.zip</a:t>
            </a:r>
            <a:endParaRPr sz="2200" b="0" i="0" u="sng">
              <a:solidFill>
                <a:srgbClr val="005580"/>
              </a:solidFill>
              <a:latin typeface="Helvetica Neue"/>
              <a:ea typeface="Helvetica Neue"/>
              <a:cs typeface="Helvetica Neue"/>
              <a:sym typeface="Helvetica Neue"/>
            </a:endParaRPr>
          </a:p>
          <a:p>
            <a:pPr marL="0" lvl="0" indent="0" algn="ctr" rtl="0">
              <a:spcBef>
                <a:spcPts val="842"/>
              </a:spcBef>
              <a:spcAft>
                <a:spcPts val="0"/>
              </a:spcAft>
              <a:buSzPct val="115000"/>
              <a:buNone/>
            </a:pPr>
            <a:r>
              <a:rPr lang="en-US" sz="2200" b="0" i="0" u="sng">
                <a:solidFill>
                  <a:srgbClr val="005580"/>
                </a:solidFill>
                <a:latin typeface="Helvetica Neue"/>
                <a:ea typeface="Helvetica Neue"/>
                <a:cs typeface="Helvetica Neue"/>
                <a:sym typeface="Helvetica Neue"/>
                <a:hlinkClick r:id="rId13">
                  <a:extLst>
                    <a:ext uri="{A12FA001-AC4F-418D-AE19-62706E023703}">
                      <ahyp:hlinkClr xmlns:ahyp="http://schemas.microsoft.com/office/drawing/2018/hyperlinkcolor" val="tx"/>
                    </a:ext>
                  </a:extLst>
                </a:hlinkClick>
              </a:rPr>
              <a:t>202311-divvy-tripdata.zip</a:t>
            </a:r>
            <a:endParaRPr sz="2200" b="0" i="0" u="sng">
              <a:solidFill>
                <a:srgbClr val="005580"/>
              </a:solidFill>
              <a:latin typeface="Helvetica Neue"/>
              <a:ea typeface="Helvetica Neue"/>
              <a:cs typeface="Helvetica Neue"/>
              <a:sym typeface="Helvetica Neue"/>
            </a:endParaRPr>
          </a:p>
          <a:p>
            <a:pPr marL="0" lvl="0" indent="0" algn="ctr" rtl="0">
              <a:spcBef>
                <a:spcPts val="842"/>
              </a:spcBef>
              <a:spcAft>
                <a:spcPts val="0"/>
              </a:spcAft>
              <a:buSzPct val="115000"/>
              <a:buNone/>
            </a:pPr>
            <a:r>
              <a:rPr lang="en-US" sz="2200" b="0" i="0" u="sng">
                <a:solidFill>
                  <a:srgbClr val="005580"/>
                </a:solidFill>
                <a:latin typeface="Helvetica Neue"/>
                <a:ea typeface="Helvetica Neue"/>
                <a:cs typeface="Helvetica Neue"/>
                <a:sym typeface="Helvetica Neue"/>
                <a:hlinkClick r:id="rId14">
                  <a:extLst>
                    <a:ext uri="{A12FA001-AC4F-418D-AE19-62706E023703}">
                      <ahyp:hlinkClr xmlns:ahyp="http://schemas.microsoft.com/office/drawing/2018/hyperlinkcolor" val="tx"/>
                    </a:ext>
                  </a:extLst>
                </a:hlinkClick>
              </a:rPr>
              <a:t>202312-divvy-tripdata.zip</a:t>
            </a:r>
            <a:endParaRPr sz="2200" b="0" i="0" u="sng">
              <a:solidFill>
                <a:srgbClr val="005580"/>
              </a:solidFill>
              <a:latin typeface="Helvetica Neue"/>
              <a:ea typeface="Helvetica Neue"/>
              <a:cs typeface="Helvetica Neue"/>
              <a:sym typeface="Helvetica Neue"/>
            </a:endParaRPr>
          </a:p>
          <a:p>
            <a:pPr marL="0" lvl="0" indent="0" algn="l" rtl="0">
              <a:spcBef>
                <a:spcPts val="864"/>
              </a:spcBef>
              <a:spcAft>
                <a:spcPts val="0"/>
              </a:spcAft>
              <a:buSzPct val="115000"/>
              <a:buNone/>
            </a:pPr>
            <a:endParaRPr/>
          </a:p>
        </p:txBody>
      </p:sp>
    </p:spTree>
  </p:cSld>
  <p:clrMapOvr>
    <a:masterClrMapping/>
  </p:clrMapOvr>
</p:sld>
</file>

<file path=ppt/theme/theme1.xml><?xml version="1.0" encoding="utf-8"?>
<a:theme xmlns:a="http://schemas.openxmlformats.org/drawingml/2006/main" name="Organic">
  <a:themeElements>
    <a:clrScheme name="Organic">
      <a:dk1>
        <a:srgbClr val="000000"/>
      </a:dk1>
      <a:lt1>
        <a:srgbClr val="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614</Words>
  <Application>Microsoft Office PowerPoint</Application>
  <PresentationFormat>Widescreen</PresentationFormat>
  <Paragraphs>56</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Garamond</vt:lpstr>
      <vt:lpstr>Helvetica Neue</vt:lpstr>
      <vt:lpstr>Arial</vt:lpstr>
      <vt:lpstr>Organic</vt:lpstr>
      <vt:lpstr>Cyclistic Case Study</vt:lpstr>
      <vt:lpstr>Introduction</vt:lpstr>
      <vt:lpstr>Business Task </vt:lpstr>
      <vt:lpstr>Steps for Collecting Data and Analysis</vt:lpstr>
      <vt:lpstr>Results and Analysis Part 1 </vt:lpstr>
      <vt:lpstr>Results and Analysis Part 2</vt:lpstr>
      <vt:lpstr>Conclusion </vt:lpstr>
      <vt:lpstr>Top Three Recommendations</vt:lpstr>
      <vt:lpstr>Data Sources Used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Cyclistic Case Study</dc:title>
  <dc:creator>Alfred Abraham</dc:creator>
  <cp:lastModifiedBy>Alfred Abraham</cp:lastModifiedBy>
  <cp:revision>1</cp:revision>
  <dcterms:created xsi:type="dcterms:W3CDTF">2024-03-07T13:47:45Z</dcterms:created>
  <dcterms:modified xsi:type="dcterms:W3CDTF">2025-05-02T19:05:40Z</dcterms:modified>
</cp:coreProperties>
</file>