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6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8" r:id="rId7"/>
    <p:sldId id="266" r:id="rId8"/>
    <p:sldId id="261" r:id="rId9"/>
    <p:sldId id="267" r:id="rId10"/>
    <p:sldId id="262" r:id="rId11"/>
    <p:sldId id="263" r:id="rId12"/>
    <p:sldId id="264" r:id="rId13"/>
  </p:sldIdLst>
  <p:sldSz cx="12192000" cy="6858000"/>
  <p:notesSz cx="6858000" cy="9144000"/>
  <p:embeddedFontLst>
    <p:embeddedFont>
      <p:font typeface="Garamond" panose="02020404030301010803" pitchFamily="18" charset="0"/>
      <p:regular r:id="rId15"/>
      <p:bold r:id="rId16"/>
      <p:italic r:id="rId17"/>
      <p:boldItalic r:id="rId18"/>
    </p:embeddedFont>
    <p:embeddedFont>
      <p:font typeface="Helvetica Neue" panose="020B0604020202020204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4" roundtripDataSignature="AMtx7mg9l0CgsVhl1RRK/BoI8SNz/Egdd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5A45B0B-E473-42CE-8C65-A60C6CFC2902}" v="35" dt="2026-05-12T02:09:52.8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fred Abraham" userId="22832f2a690b3ae8" providerId="LiveId" clId="{DC479923-5D2F-4FCB-B6FE-104D8DD67DD2}"/>
    <pc:docChg chg="undo custSel addSld delSld modSld">
      <pc:chgData name="Alfred Abraham" userId="22832f2a690b3ae8" providerId="LiveId" clId="{DC479923-5D2F-4FCB-B6FE-104D8DD67DD2}" dt="2026-05-12T02:15:17.835" v="8244" actId="20577"/>
      <pc:docMkLst>
        <pc:docMk/>
      </pc:docMkLst>
      <pc:sldChg chg="modSp mod">
        <pc:chgData name="Alfred Abraham" userId="22832f2a690b3ae8" providerId="LiveId" clId="{DC479923-5D2F-4FCB-B6FE-104D8DD67DD2}" dt="2026-05-09T04:39:53.518" v="6150" actId="20577"/>
        <pc:sldMkLst>
          <pc:docMk/>
          <pc:sldMk cId="0" sldId="257"/>
        </pc:sldMkLst>
        <pc:spChg chg="mod">
          <ac:chgData name="Alfred Abraham" userId="22832f2a690b3ae8" providerId="LiveId" clId="{DC479923-5D2F-4FCB-B6FE-104D8DD67DD2}" dt="2026-05-09T04:39:53.518" v="6150" actId="20577"/>
          <ac:spMkLst>
            <pc:docMk/>
            <pc:sldMk cId="0" sldId="257"/>
            <ac:spMk id="158" creationId="{00000000-0000-0000-0000-000000000000}"/>
          </ac:spMkLst>
        </pc:spChg>
      </pc:sldChg>
      <pc:sldChg chg="modSp mod">
        <pc:chgData name="Alfred Abraham" userId="22832f2a690b3ae8" providerId="LiveId" clId="{DC479923-5D2F-4FCB-B6FE-104D8DD67DD2}" dt="2026-05-09T03:45:29.268" v="1169" actId="14100"/>
        <pc:sldMkLst>
          <pc:docMk/>
          <pc:sldMk cId="0" sldId="258"/>
        </pc:sldMkLst>
        <pc:spChg chg="mod">
          <ac:chgData name="Alfred Abraham" userId="22832f2a690b3ae8" providerId="LiveId" clId="{DC479923-5D2F-4FCB-B6FE-104D8DD67DD2}" dt="2026-05-09T03:45:29.268" v="1169" actId="14100"/>
          <ac:spMkLst>
            <pc:docMk/>
            <pc:sldMk cId="0" sldId="258"/>
            <ac:spMk id="164" creationId="{00000000-0000-0000-0000-000000000000}"/>
          </ac:spMkLst>
        </pc:spChg>
      </pc:sldChg>
      <pc:sldChg chg="modSp mod">
        <pc:chgData name="Alfred Abraham" userId="22832f2a690b3ae8" providerId="LiveId" clId="{DC479923-5D2F-4FCB-B6FE-104D8DD67DD2}" dt="2026-05-12T01:55:29.565" v="7426" actId="20577"/>
        <pc:sldMkLst>
          <pc:docMk/>
          <pc:sldMk cId="0" sldId="259"/>
        </pc:sldMkLst>
        <pc:spChg chg="mod">
          <ac:chgData name="Alfred Abraham" userId="22832f2a690b3ae8" providerId="LiveId" clId="{DC479923-5D2F-4FCB-B6FE-104D8DD67DD2}" dt="2026-05-12T01:55:29.565" v="7426" actId="20577"/>
          <ac:spMkLst>
            <pc:docMk/>
            <pc:sldMk cId="0" sldId="259"/>
            <ac:spMk id="170" creationId="{00000000-0000-0000-0000-000000000000}"/>
          </ac:spMkLst>
        </pc:spChg>
      </pc:sldChg>
      <pc:sldChg chg="addSp delSp modSp add del mod">
        <pc:chgData name="Alfred Abraham" userId="22832f2a690b3ae8" providerId="LiveId" clId="{DC479923-5D2F-4FCB-B6FE-104D8DD67DD2}" dt="2026-05-12T01:56:18.032" v="7430" actId="1076"/>
        <pc:sldMkLst>
          <pc:docMk/>
          <pc:sldMk cId="0" sldId="260"/>
        </pc:sldMkLst>
        <pc:spChg chg="mod">
          <ac:chgData name="Alfred Abraham" userId="22832f2a690b3ae8" providerId="LiveId" clId="{DC479923-5D2F-4FCB-B6FE-104D8DD67DD2}" dt="2026-05-09T04:03:28.248" v="2644" actId="20577"/>
          <ac:spMkLst>
            <pc:docMk/>
            <pc:sldMk cId="0" sldId="260"/>
            <ac:spMk id="176" creationId="{00000000-0000-0000-0000-000000000000}"/>
          </ac:spMkLst>
        </pc:spChg>
        <pc:graphicFrameChg chg="add del mod">
          <ac:chgData name="Alfred Abraham" userId="22832f2a690b3ae8" providerId="LiveId" clId="{DC479923-5D2F-4FCB-B6FE-104D8DD67DD2}" dt="2026-05-12T01:56:13.978" v="7427" actId="478"/>
          <ac:graphicFrameMkLst>
            <pc:docMk/>
            <pc:sldMk cId="0" sldId="260"/>
            <ac:graphicFrameMk id="2" creationId="{2F3B1ADE-DF84-0E32-7B0B-1295E93A6CC0}"/>
          </ac:graphicFrameMkLst>
        </pc:graphicFrameChg>
        <pc:graphicFrameChg chg="add mod">
          <ac:chgData name="Alfred Abraham" userId="22832f2a690b3ae8" providerId="LiveId" clId="{DC479923-5D2F-4FCB-B6FE-104D8DD67DD2}" dt="2026-05-12T01:56:18.032" v="7430" actId="1076"/>
          <ac:graphicFrameMkLst>
            <pc:docMk/>
            <pc:sldMk cId="0" sldId="260"/>
            <ac:graphicFrameMk id="3" creationId="{78A93017-A638-BF11-3C03-AA9A7B01A9F9}"/>
          </ac:graphicFrameMkLst>
        </pc:graphicFrameChg>
      </pc:sldChg>
      <pc:sldChg chg="addSp delSp modSp mod">
        <pc:chgData name="Alfred Abraham" userId="22832f2a690b3ae8" providerId="LiveId" clId="{DC479923-5D2F-4FCB-B6FE-104D8DD67DD2}" dt="2026-05-12T01:58:41.912" v="7445" actId="1076"/>
        <pc:sldMkLst>
          <pc:docMk/>
          <pc:sldMk cId="0" sldId="261"/>
        </pc:sldMkLst>
        <pc:spChg chg="mod">
          <ac:chgData name="Alfred Abraham" userId="22832f2a690b3ae8" providerId="LiveId" clId="{DC479923-5D2F-4FCB-B6FE-104D8DD67DD2}" dt="2026-05-09T03:54:10.063" v="1774" actId="20577"/>
          <ac:spMkLst>
            <pc:docMk/>
            <pc:sldMk cId="0" sldId="261"/>
            <ac:spMk id="182" creationId="{00000000-0000-0000-0000-000000000000}"/>
          </ac:spMkLst>
        </pc:spChg>
        <pc:spChg chg="mod">
          <ac:chgData name="Alfred Abraham" userId="22832f2a690b3ae8" providerId="LiveId" clId="{DC479923-5D2F-4FCB-B6FE-104D8DD67DD2}" dt="2026-05-09T04:07:13.979" v="3019" actId="20577"/>
          <ac:spMkLst>
            <pc:docMk/>
            <pc:sldMk cId="0" sldId="261"/>
            <ac:spMk id="183" creationId="{00000000-0000-0000-0000-000000000000}"/>
          </ac:spMkLst>
        </pc:spChg>
        <pc:graphicFrameChg chg="add mod">
          <ac:chgData name="Alfred Abraham" userId="22832f2a690b3ae8" providerId="LiveId" clId="{DC479923-5D2F-4FCB-B6FE-104D8DD67DD2}" dt="2026-05-12T01:58:41.912" v="7445" actId="1076"/>
          <ac:graphicFrameMkLst>
            <pc:docMk/>
            <pc:sldMk cId="0" sldId="261"/>
            <ac:graphicFrameMk id="2" creationId="{FC782C75-FF9F-1832-C099-5511BD34CFE2}"/>
          </ac:graphicFrameMkLst>
        </pc:graphicFrameChg>
        <pc:graphicFrameChg chg="add del mod">
          <ac:chgData name="Alfred Abraham" userId="22832f2a690b3ae8" providerId="LiveId" clId="{DC479923-5D2F-4FCB-B6FE-104D8DD67DD2}" dt="2026-05-12T01:58:34.509" v="7440" actId="478"/>
          <ac:graphicFrameMkLst>
            <pc:docMk/>
            <pc:sldMk cId="0" sldId="261"/>
            <ac:graphicFrameMk id="4" creationId="{645F79C9-EB22-E744-D15D-5722CC552673}"/>
          </ac:graphicFrameMkLst>
        </pc:graphicFrameChg>
      </pc:sldChg>
      <pc:sldChg chg="modSp mod">
        <pc:chgData name="Alfred Abraham" userId="22832f2a690b3ae8" providerId="LiveId" clId="{DC479923-5D2F-4FCB-B6FE-104D8DD67DD2}" dt="2026-05-12T02:15:17.835" v="8244" actId="20577"/>
        <pc:sldMkLst>
          <pc:docMk/>
          <pc:sldMk cId="0" sldId="262"/>
        </pc:sldMkLst>
        <pc:spChg chg="mod">
          <ac:chgData name="Alfred Abraham" userId="22832f2a690b3ae8" providerId="LiveId" clId="{DC479923-5D2F-4FCB-B6FE-104D8DD67DD2}" dt="2026-05-12T02:15:17.835" v="8244" actId="20577"/>
          <ac:spMkLst>
            <pc:docMk/>
            <pc:sldMk cId="0" sldId="262"/>
            <ac:spMk id="190" creationId="{00000000-0000-0000-0000-000000000000}"/>
          </ac:spMkLst>
        </pc:spChg>
      </pc:sldChg>
      <pc:sldChg chg="modSp mod">
        <pc:chgData name="Alfred Abraham" userId="22832f2a690b3ae8" providerId="LiveId" clId="{DC479923-5D2F-4FCB-B6FE-104D8DD67DD2}" dt="2026-05-09T04:38:35.473" v="6070"/>
        <pc:sldMkLst>
          <pc:docMk/>
          <pc:sldMk cId="0" sldId="263"/>
        </pc:sldMkLst>
        <pc:spChg chg="mod">
          <ac:chgData name="Alfred Abraham" userId="22832f2a690b3ae8" providerId="LiveId" clId="{DC479923-5D2F-4FCB-B6FE-104D8DD67DD2}" dt="2026-05-09T04:26:52.872" v="5220" actId="20577"/>
          <ac:spMkLst>
            <pc:docMk/>
            <pc:sldMk cId="0" sldId="263"/>
            <ac:spMk id="195" creationId="{00000000-0000-0000-0000-000000000000}"/>
          </ac:spMkLst>
        </pc:spChg>
        <pc:spChg chg="mod">
          <ac:chgData name="Alfred Abraham" userId="22832f2a690b3ae8" providerId="LiveId" clId="{DC479923-5D2F-4FCB-B6FE-104D8DD67DD2}" dt="2026-05-09T04:38:35.473" v="6070"/>
          <ac:spMkLst>
            <pc:docMk/>
            <pc:sldMk cId="0" sldId="263"/>
            <ac:spMk id="196" creationId="{00000000-0000-0000-0000-000000000000}"/>
          </ac:spMkLst>
        </pc:spChg>
      </pc:sldChg>
      <pc:sldChg chg="addSp delSp modSp new del mod">
        <pc:chgData name="Alfred Abraham" userId="22832f2a690b3ae8" providerId="LiveId" clId="{DC479923-5D2F-4FCB-B6FE-104D8DD67DD2}" dt="2026-05-12T02:13:11.517" v="7982" actId="2696"/>
        <pc:sldMkLst>
          <pc:docMk/>
          <pc:sldMk cId="64907969" sldId="265"/>
        </pc:sldMkLst>
        <pc:spChg chg="add mod">
          <ac:chgData name="Alfred Abraham" userId="22832f2a690b3ae8" providerId="LiveId" clId="{DC479923-5D2F-4FCB-B6FE-104D8DD67DD2}" dt="2026-05-12T02:07:30.231" v="7799" actId="20577"/>
          <ac:spMkLst>
            <pc:docMk/>
            <pc:sldMk cId="64907969" sldId="265"/>
            <ac:spMk id="5" creationId="{0F5F2619-4388-AFF2-9A4D-C2DC169A0BE3}"/>
          </ac:spMkLst>
        </pc:spChg>
        <pc:graphicFrameChg chg="add mod">
          <ac:chgData name="Alfred Abraham" userId="22832f2a690b3ae8" providerId="LiveId" clId="{DC479923-5D2F-4FCB-B6FE-104D8DD67DD2}" dt="2026-05-12T01:57:18.743" v="7434" actId="1076"/>
          <ac:graphicFrameMkLst>
            <pc:docMk/>
            <pc:sldMk cId="64907969" sldId="265"/>
            <ac:graphicFrameMk id="3" creationId="{35E341BA-6E7D-5235-E824-4F70A7FB9B5F}"/>
          </ac:graphicFrameMkLst>
        </pc:graphicFrameChg>
        <pc:graphicFrameChg chg="add del mod">
          <ac:chgData name="Alfred Abraham" userId="22832f2a690b3ae8" providerId="LiveId" clId="{DC479923-5D2F-4FCB-B6FE-104D8DD67DD2}" dt="2026-05-12T01:56:33.003" v="7431" actId="478"/>
          <ac:graphicFrameMkLst>
            <pc:docMk/>
            <pc:sldMk cId="64907969" sldId="265"/>
            <ac:graphicFrameMk id="4" creationId="{C5304F86-7E0F-B02A-34BB-9FC4035980C5}"/>
          </ac:graphicFrameMkLst>
        </pc:graphicFrameChg>
        <pc:graphicFrameChg chg="add del modGraphic">
          <ac:chgData name="Alfred Abraham" userId="22832f2a690b3ae8" providerId="LiveId" clId="{DC479923-5D2F-4FCB-B6FE-104D8DD67DD2}" dt="2026-05-12T02:12:36.661" v="7981" actId="478"/>
          <ac:graphicFrameMkLst>
            <pc:docMk/>
            <pc:sldMk cId="64907969" sldId="265"/>
            <ac:graphicFrameMk id="7" creationId="{7999FA3D-12BA-A169-2537-051681A02A6D}"/>
          </ac:graphicFrameMkLst>
        </pc:graphicFrameChg>
      </pc:sldChg>
      <pc:sldChg chg="addSp delSp modSp new mod">
        <pc:chgData name="Alfred Abraham" userId="22832f2a690b3ae8" providerId="LiveId" clId="{DC479923-5D2F-4FCB-B6FE-104D8DD67DD2}" dt="2026-05-12T02:11:50.084" v="7979" actId="20577"/>
        <pc:sldMkLst>
          <pc:docMk/>
          <pc:sldMk cId="1887433015" sldId="266"/>
        </pc:sldMkLst>
        <pc:spChg chg="mod">
          <ac:chgData name="Alfred Abraham" userId="22832f2a690b3ae8" providerId="LiveId" clId="{DC479923-5D2F-4FCB-B6FE-104D8DD67DD2}" dt="2026-05-12T02:11:50.084" v="7979" actId="20577"/>
          <ac:spMkLst>
            <pc:docMk/>
            <pc:sldMk cId="1887433015" sldId="266"/>
            <ac:spMk id="2" creationId="{5554FCF2-9703-0920-FDFA-382838D4D774}"/>
          </ac:spMkLst>
        </pc:spChg>
        <pc:spChg chg="add mod">
          <ac:chgData name="Alfred Abraham" userId="22832f2a690b3ae8" providerId="LiveId" clId="{DC479923-5D2F-4FCB-B6FE-104D8DD67DD2}" dt="2026-05-09T04:10:28.912" v="3250" actId="20577"/>
          <ac:spMkLst>
            <pc:docMk/>
            <pc:sldMk cId="1887433015" sldId="266"/>
            <ac:spMk id="5" creationId="{A723AD4C-1F4D-5D60-24E1-88D7624BC926}"/>
          </ac:spMkLst>
        </pc:spChg>
        <pc:graphicFrameChg chg="add mod">
          <ac:chgData name="Alfred Abraham" userId="22832f2a690b3ae8" providerId="LiveId" clId="{DC479923-5D2F-4FCB-B6FE-104D8DD67DD2}" dt="2026-05-12T01:58:03.021" v="7439" actId="1076"/>
          <ac:graphicFrameMkLst>
            <pc:docMk/>
            <pc:sldMk cId="1887433015" sldId="266"/>
            <ac:graphicFrameMk id="3" creationId="{103B7E17-99CD-0789-0C7B-E665DA4BCC75}"/>
          </ac:graphicFrameMkLst>
        </pc:graphicFrameChg>
        <pc:graphicFrameChg chg="add del mod">
          <ac:chgData name="Alfred Abraham" userId="22832f2a690b3ae8" providerId="LiveId" clId="{DC479923-5D2F-4FCB-B6FE-104D8DD67DD2}" dt="2026-05-12T01:57:32.740" v="7435" actId="478"/>
          <ac:graphicFrameMkLst>
            <pc:docMk/>
            <pc:sldMk cId="1887433015" sldId="266"/>
            <ac:graphicFrameMk id="4" creationId="{8C65CA29-84EC-9F5A-5FFC-B3FC8F4183AF}"/>
          </ac:graphicFrameMkLst>
        </pc:graphicFrameChg>
      </pc:sldChg>
      <pc:sldChg chg="addSp delSp modSp new mod">
        <pc:chgData name="Alfred Abraham" userId="22832f2a690b3ae8" providerId="LiveId" clId="{DC479923-5D2F-4FCB-B6FE-104D8DD67DD2}" dt="2026-05-12T02:05:44.564" v="7727" actId="1076"/>
        <pc:sldMkLst>
          <pc:docMk/>
          <pc:sldMk cId="2109883936" sldId="267"/>
        </pc:sldMkLst>
        <pc:spChg chg="mod">
          <ac:chgData name="Alfred Abraham" userId="22832f2a690b3ae8" providerId="LiveId" clId="{DC479923-5D2F-4FCB-B6FE-104D8DD67DD2}" dt="2026-05-12T02:00:21.880" v="7495" actId="20577"/>
          <ac:spMkLst>
            <pc:docMk/>
            <pc:sldMk cId="2109883936" sldId="267"/>
            <ac:spMk id="2" creationId="{0E908EC4-2A13-BECA-CB1E-933D52E4ACED}"/>
          </ac:spMkLst>
        </pc:spChg>
        <pc:spChg chg="del mod">
          <ac:chgData name="Alfred Abraham" userId="22832f2a690b3ae8" providerId="LiveId" clId="{DC479923-5D2F-4FCB-B6FE-104D8DD67DD2}" dt="2026-05-12T02:02:52.396" v="7505" actId="478"/>
          <ac:spMkLst>
            <pc:docMk/>
            <pc:sldMk cId="2109883936" sldId="267"/>
            <ac:spMk id="3" creationId="{DF956655-A4DD-C985-E9AB-9DE44249F0A0}"/>
          </ac:spMkLst>
        </pc:spChg>
        <pc:spChg chg="add del mod">
          <ac:chgData name="Alfred Abraham" userId="22832f2a690b3ae8" providerId="LiveId" clId="{DC479923-5D2F-4FCB-B6FE-104D8DD67DD2}" dt="2026-05-12T02:02:52.400" v="7507"/>
          <ac:spMkLst>
            <pc:docMk/>
            <pc:sldMk cId="2109883936" sldId="267"/>
            <ac:spMk id="6" creationId="{35A5B904-6906-63B6-3A87-6312C57C96B1}"/>
          </ac:spMkLst>
        </pc:spChg>
        <pc:spChg chg="add mod">
          <ac:chgData name="Alfred Abraham" userId="22832f2a690b3ae8" providerId="LiveId" clId="{DC479923-5D2F-4FCB-B6FE-104D8DD67DD2}" dt="2026-05-12T02:05:44.564" v="7727" actId="1076"/>
          <ac:spMkLst>
            <pc:docMk/>
            <pc:sldMk cId="2109883936" sldId="267"/>
            <ac:spMk id="7" creationId="{0CB23CBD-0548-EFEB-C099-8D443D4E7FC3}"/>
          </ac:spMkLst>
        </pc:spChg>
        <pc:graphicFrameChg chg="add del mod">
          <ac:chgData name="Alfred Abraham" userId="22832f2a690b3ae8" providerId="LiveId" clId="{DC479923-5D2F-4FCB-B6FE-104D8DD67DD2}" dt="2026-05-12T02:01:21.780" v="7500" actId="478"/>
          <ac:graphicFrameMkLst>
            <pc:docMk/>
            <pc:sldMk cId="2109883936" sldId="267"/>
            <ac:graphicFrameMk id="4" creationId="{9EBA5894-6214-31F2-91E8-71DA1C2D996B}"/>
          </ac:graphicFrameMkLst>
        </pc:graphicFrameChg>
        <pc:graphicFrameChg chg="add mod">
          <ac:chgData name="Alfred Abraham" userId="22832f2a690b3ae8" providerId="LiveId" clId="{DC479923-5D2F-4FCB-B6FE-104D8DD67DD2}" dt="2026-05-12T02:05:18.493" v="7681" actId="1076"/>
          <ac:graphicFrameMkLst>
            <pc:docMk/>
            <pc:sldMk cId="2109883936" sldId="267"/>
            <ac:graphicFrameMk id="5" creationId="{C03AB314-DA4D-8DCD-7AE2-8B65D47DA599}"/>
          </ac:graphicFrameMkLst>
        </pc:graphicFrameChg>
      </pc:sldChg>
      <pc:sldChg chg="addSp delSp modSp new mod">
        <pc:chgData name="Alfred Abraham" userId="22832f2a690b3ae8" providerId="LiveId" clId="{DC479923-5D2F-4FCB-B6FE-104D8DD67DD2}" dt="2026-05-12T02:14:29.432" v="8206" actId="20577"/>
        <pc:sldMkLst>
          <pc:docMk/>
          <pc:sldMk cId="3224979505" sldId="268"/>
        </pc:sldMkLst>
        <pc:spChg chg="mod">
          <ac:chgData name="Alfred Abraham" userId="22832f2a690b3ae8" providerId="LiveId" clId="{DC479923-5D2F-4FCB-B6FE-104D8DD67DD2}" dt="2026-05-12T02:11:45.676" v="7977" actId="20577"/>
          <ac:spMkLst>
            <pc:docMk/>
            <pc:sldMk cId="3224979505" sldId="268"/>
            <ac:spMk id="2" creationId="{D49C37CD-A928-981C-575C-BC903527A870}"/>
          </ac:spMkLst>
        </pc:spChg>
        <pc:spChg chg="del">
          <ac:chgData name="Alfred Abraham" userId="22832f2a690b3ae8" providerId="LiveId" clId="{DC479923-5D2F-4FCB-B6FE-104D8DD67DD2}" dt="2026-05-12T02:09:12.679" v="7830" actId="478"/>
          <ac:spMkLst>
            <pc:docMk/>
            <pc:sldMk cId="3224979505" sldId="268"/>
            <ac:spMk id="3" creationId="{ADADD810-FB94-17AA-7E82-B780E3FF010B}"/>
          </ac:spMkLst>
        </pc:spChg>
        <pc:spChg chg="add mod">
          <ac:chgData name="Alfred Abraham" userId="22832f2a690b3ae8" providerId="LiveId" clId="{DC479923-5D2F-4FCB-B6FE-104D8DD67DD2}" dt="2026-05-12T02:14:29.432" v="8206" actId="20577"/>
          <ac:spMkLst>
            <pc:docMk/>
            <pc:sldMk cId="3224979505" sldId="268"/>
            <ac:spMk id="5" creationId="{840F7981-C85F-A33D-ED12-B787DF94CB47}"/>
          </ac:spMkLst>
        </pc:spChg>
        <pc:graphicFrameChg chg="add mod">
          <ac:chgData name="Alfred Abraham" userId="22832f2a690b3ae8" providerId="LiveId" clId="{DC479923-5D2F-4FCB-B6FE-104D8DD67DD2}" dt="2026-05-12T02:09:45.590" v="7835" actId="1076"/>
          <ac:graphicFrameMkLst>
            <pc:docMk/>
            <pc:sldMk cId="3224979505" sldId="268"/>
            <ac:graphicFrameMk id="4" creationId="{D6923DA8-6AE5-1E2E-367F-2344D93EA9D8}"/>
          </ac:graphicFrameMkLst>
        </pc:graphicFrame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fre_g2qn6y7\Downloads\Monthly%20Trip%20Graph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fre_g2qn6y7\Downloads\Weekday%20Weekend%20Data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fre_g2qn6y7\Downloads\Average%20Ride%20Length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fre_g2qn6y7\Downloads\Bike%20Types%20Graph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fre_g2qn6y7\Downloads\Ride%20Hour%20Data.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[Monthly Trip Graph.xlsx]Pivot Chart!PivotTable1</c:name>
    <c:fmtId val="7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Number of Trips Per Month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lineChart>
        <c:grouping val="standard"/>
        <c:varyColors val="0"/>
        <c:ser>
          <c:idx val="0"/>
          <c:order val="0"/>
          <c:tx>
            <c:strRef>
              <c:f>'Pivot Chart'!$B$3:$B$4</c:f>
              <c:strCache>
                <c:ptCount val="1"/>
                <c:pt idx="0">
                  <c:v>casual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multiLvlStrRef>
              <c:f>'Pivot Chart'!$A$5:$A$28</c:f>
              <c:multiLvlStrCache>
                <c:ptCount val="12"/>
                <c:lvl>
                  <c:pt idx="0">
                    <c:v>January  </c:v>
                  </c:pt>
                  <c:pt idx="1">
                    <c:v>February </c:v>
                  </c:pt>
                  <c:pt idx="2">
                    <c:v>March    </c:v>
                  </c:pt>
                  <c:pt idx="3">
                    <c:v>April    </c:v>
                  </c:pt>
                  <c:pt idx="4">
                    <c:v>May      </c:v>
                  </c:pt>
                  <c:pt idx="5">
                    <c:v>June     </c:v>
                  </c:pt>
                  <c:pt idx="6">
                    <c:v>July     </c:v>
                  </c:pt>
                  <c:pt idx="7">
                    <c:v>August   </c:v>
                  </c:pt>
                  <c:pt idx="8">
                    <c:v>September</c:v>
                  </c:pt>
                  <c:pt idx="9">
                    <c:v>October  </c:v>
                  </c:pt>
                  <c:pt idx="10">
                    <c:v>November </c:v>
                  </c:pt>
                  <c:pt idx="11">
                    <c:v>December </c:v>
                  </c:pt>
                </c:lvl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</c:lvl>
              </c:multiLvlStrCache>
            </c:multiLvlStrRef>
          </c:cat>
          <c:val>
            <c:numRef>
              <c:f>'Pivot Chart'!$B$5:$B$28</c:f>
              <c:numCache>
                <c:formatCode>General</c:formatCode>
                <c:ptCount val="12"/>
                <c:pt idx="0">
                  <c:v>39309</c:v>
                </c:pt>
                <c:pt idx="1">
                  <c:v>42271</c:v>
                </c:pt>
                <c:pt idx="2">
                  <c:v>61013</c:v>
                </c:pt>
                <c:pt idx="3">
                  <c:v>144407</c:v>
                </c:pt>
                <c:pt idx="4">
                  <c:v>230267</c:v>
                </c:pt>
                <c:pt idx="5">
                  <c:v>296465</c:v>
                </c:pt>
                <c:pt idx="6">
                  <c:v>326403</c:v>
                </c:pt>
                <c:pt idx="7">
                  <c:v>306949</c:v>
                </c:pt>
                <c:pt idx="8">
                  <c:v>258223</c:v>
                </c:pt>
                <c:pt idx="9">
                  <c:v>174746</c:v>
                </c:pt>
                <c:pt idx="10">
                  <c:v>97181</c:v>
                </c:pt>
                <c:pt idx="11">
                  <c:v>51046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8B8-4B6F-92A8-132029BC435F}"/>
            </c:ext>
          </c:extLst>
        </c:ser>
        <c:ser>
          <c:idx val="1"/>
          <c:order val="1"/>
          <c:tx>
            <c:strRef>
              <c:f>'Pivot Chart'!$C$3:$C$4</c:f>
              <c:strCache>
                <c:ptCount val="1"/>
                <c:pt idx="0">
                  <c:v>member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multiLvlStrRef>
              <c:f>'Pivot Chart'!$A$5:$A$28</c:f>
              <c:multiLvlStrCache>
                <c:ptCount val="12"/>
                <c:lvl>
                  <c:pt idx="0">
                    <c:v>January  </c:v>
                  </c:pt>
                  <c:pt idx="1">
                    <c:v>February </c:v>
                  </c:pt>
                  <c:pt idx="2">
                    <c:v>March    </c:v>
                  </c:pt>
                  <c:pt idx="3">
                    <c:v>April    </c:v>
                  </c:pt>
                  <c:pt idx="4">
                    <c:v>May      </c:v>
                  </c:pt>
                  <c:pt idx="5">
                    <c:v>June     </c:v>
                  </c:pt>
                  <c:pt idx="6">
                    <c:v>July     </c:v>
                  </c:pt>
                  <c:pt idx="7">
                    <c:v>August   </c:v>
                  </c:pt>
                  <c:pt idx="8">
                    <c:v>September</c:v>
                  </c:pt>
                  <c:pt idx="9">
                    <c:v>October  </c:v>
                  </c:pt>
                  <c:pt idx="10">
                    <c:v>November </c:v>
                  </c:pt>
                  <c:pt idx="11">
                    <c:v>December </c:v>
                  </c:pt>
                </c:lvl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</c:lvl>
              </c:multiLvlStrCache>
            </c:multiLvlStrRef>
          </c:cat>
          <c:val>
            <c:numRef>
              <c:f>'Pivot Chart'!$C$5:$C$28</c:f>
              <c:numCache>
                <c:formatCode>General</c:formatCode>
                <c:ptCount val="12"/>
                <c:pt idx="0">
                  <c:v>147181</c:v>
                </c:pt>
                <c:pt idx="1">
                  <c:v>144392</c:v>
                </c:pt>
                <c:pt idx="2">
                  <c:v>191902</c:v>
                </c:pt>
                <c:pt idx="3">
                  <c:v>272946</c:v>
                </c:pt>
                <c:pt idx="4">
                  <c:v>363837</c:v>
                </c:pt>
                <c:pt idx="5">
                  <c:v>412029</c:v>
                </c:pt>
                <c:pt idx="6">
                  <c:v>429552</c:v>
                </c:pt>
                <c:pt idx="7">
                  <c:v>454022</c:v>
                </c:pt>
                <c:pt idx="8">
                  <c:v>399701</c:v>
                </c:pt>
                <c:pt idx="9">
                  <c:v>355646</c:v>
                </c:pt>
                <c:pt idx="10">
                  <c:v>261047</c:v>
                </c:pt>
                <c:pt idx="11">
                  <c:v>170392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8B8-4B6F-92A8-132029BC43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710947008"/>
        <c:axId val="1710952768"/>
      </c:lineChart>
      <c:catAx>
        <c:axId val="1710947008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Month (Number and Name)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10952768"/>
        <c:crosses val="autoZero"/>
        <c:auto val="1"/>
        <c:lblAlgn val="ctr"/>
        <c:lblOffset val="100"/>
        <c:noMultiLvlLbl val="0"/>
      </c:catAx>
      <c:valAx>
        <c:axId val="17109527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Number of Trips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1094700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[Weekday Weekend Data.xlsx]Pivot Chart!PivotTable1</c:name>
    <c:fmtId val="4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Membership Status and</a:t>
            </a:r>
            <a:r>
              <a:rPr lang="en-US" baseline="0"/>
              <a:t> Weekly Bike Usage</a:t>
            </a:r>
            <a:endParaRPr lang="en-US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'Pivot Chart'!$B$3:$B$4</c:f>
              <c:strCache>
                <c:ptCount val="1"/>
                <c:pt idx="0">
                  <c:v>Weekday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'Pivot Chart'!$A$5:$A$7</c:f>
              <c:strCache>
                <c:ptCount val="2"/>
                <c:pt idx="0">
                  <c:v>casual</c:v>
                </c:pt>
                <c:pt idx="1">
                  <c:v>member</c:v>
                </c:pt>
              </c:strCache>
            </c:strRef>
          </c:cat>
          <c:val>
            <c:numRef>
              <c:f>'Pivot Chart'!$B$5:$B$7</c:f>
              <c:numCache>
                <c:formatCode>General</c:formatCode>
                <c:ptCount val="2"/>
                <c:pt idx="0">
                  <c:v>1293023</c:v>
                </c:pt>
                <c:pt idx="1">
                  <c:v>2735197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023-47FE-B856-9A88D5942553}"/>
            </c:ext>
          </c:extLst>
        </c:ser>
        <c:ser>
          <c:idx val="1"/>
          <c:order val="1"/>
          <c:tx>
            <c:strRef>
              <c:f>'Pivot Chart'!$C$3:$C$4</c:f>
              <c:strCache>
                <c:ptCount val="1"/>
                <c:pt idx="0">
                  <c:v>Weekend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'Pivot Chart'!$A$5:$A$7</c:f>
              <c:strCache>
                <c:ptCount val="2"/>
                <c:pt idx="0">
                  <c:v>casual</c:v>
                </c:pt>
                <c:pt idx="1">
                  <c:v>member</c:v>
                </c:pt>
              </c:strCache>
            </c:strRef>
          </c:cat>
          <c:val>
            <c:numRef>
              <c:f>'Pivot Chart'!$C$5:$C$7</c:f>
              <c:numCache>
                <c:formatCode>General</c:formatCode>
                <c:ptCount val="2"/>
                <c:pt idx="0">
                  <c:v>735257</c:v>
                </c:pt>
                <c:pt idx="1">
                  <c:v>867450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023-47FE-B856-9A88D594255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2125282031"/>
        <c:axId val="2125282511"/>
      </c:barChart>
      <c:catAx>
        <c:axId val="2125282031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Membership Status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25282511"/>
        <c:crosses val="autoZero"/>
        <c:auto val="1"/>
        <c:lblAlgn val="ctr"/>
        <c:lblOffset val="100"/>
        <c:noMultiLvlLbl val="0"/>
      </c:catAx>
      <c:valAx>
        <c:axId val="212528251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Percent of Trips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2528203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[Average Ride Length.xlsx]Pivot Chart!PivotTable1</c:name>
    <c:fmtId val="4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Average Ride Length By Month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lineChart>
        <c:grouping val="standard"/>
        <c:varyColors val="0"/>
        <c:ser>
          <c:idx val="0"/>
          <c:order val="0"/>
          <c:tx>
            <c:strRef>
              <c:f>'Pivot Chart'!$B$3:$B$4</c:f>
              <c:strCache>
                <c:ptCount val="1"/>
                <c:pt idx="0">
                  <c:v>casual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multiLvlStrRef>
              <c:f>'Pivot Chart'!$A$5:$A$28</c:f>
              <c:multiLvlStrCache>
                <c:ptCount val="12"/>
                <c:lvl>
                  <c:pt idx="0">
                    <c:v>January  </c:v>
                  </c:pt>
                  <c:pt idx="1">
                    <c:v>February </c:v>
                  </c:pt>
                  <c:pt idx="2">
                    <c:v>March    </c:v>
                  </c:pt>
                  <c:pt idx="3">
                    <c:v>April    </c:v>
                  </c:pt>
                  <c:pt idx="4">
                    <c:v>May      </c:v>
                  </c:pt>
                  <c:pt idx="5">
                    <c:v>June     </c:v>
                  </c:pt>
                  <c:pt idx="6">
                    <c:v>July     </c:v>
                  </c:pt>
                  <c:pt idx="7">
                    <c:v>August   </c:v>
                  </c:pt>
                  <c:pt idx="8">
                    <c:v>September</c:v>
                  </c:pt>
                  <c:pt idx="9">
                    <c:v>October  </c:v>
                  </c:pt>
                  <c:pt idx="10">
                    <c:v>November </c:v>
                  </c:pt>
                  <c:pt idx="11">
                    <c:v>December </c:v>
                  </c:pt>
                </c:lvl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</c:lvl>
              </c:multiLvlStrCache>
            </c:multiLvlStrRef>
          </c:cat>
          <c:val>
            <c:numRef>
              <c:f>'Pivot Chart'!$B$5:$B$28</c:f>
              <c:numCache>
                <c:formatCode>0</c:formatCode>
                <c:ptCount val="12"/>
                <c:pt idx="0">
                  <c:v>23.324454959423999</c:v>
                </c:pt>
                <c:pt idx="1">
                  <c:v>23.596437273781</c:v>
                </c:pt>
                <c:pt idx="2">
                  <c:v>21.829659252946001</c:v>
                </c:pt>
                <c:pt idx="3">
                  <c:v>28.224012686365601</c:v>
                </c:pt>
                <c:pt idx="4">
                  <c:v>29.0048074626411</c:v>
                </c:pt>
                <c:pt idx="5">
                  <c:v>29.879118951646898</c:v>
                </c:pt>
                <c:pt idx="6">
                  <c:v>32.824603327787997</c:v>
                </c:pt>
                <c:pt idx="7">
                  <c:v>35.723996494531598</c:v>
                </c:pt>
                <c:pt idx="8">
                  <c:v>25.517308682805101</c:v>
                </c:pt>
                <c:pt idx="9">
                  <c:v>23.175763679855301</c:v>
                </c:pt>
                <c:pt idx="10">
                  <c:v>20.1412930511108</c:v>
                </c:pt>
                <c:pt idx="11">
                  <c:v>20.181444187595499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4EE-40DA-8A1B-7B7C5DB913CC}"/>
            </c:ext>
          </c:extLst>
        </c:ser>
        <c:ser>
          <c:idx val="1"/>
          <c:order val="1"/>
          <c:tx>
            <c:strRef>
              <c:f>'Pivot Chart'!$C$3:$C$4</c:f>
              <c:strCache>
                <c:ptCount val="1"/>
                <c:pt idx="0">
                  <c:v>member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multiLvlStrRef>
              <c:f>'Pivot Chart'!$A$5:$A$28</c:f>
              <c:multiLvlStrCache>
                <c:ptCount val="12"/>
                <c:lvl>
                  <c:pt idx="0">
                    <c:v>January  </c:v>
                  </c:pt>
                  <c:pt idx="1">
                    <c:v>February </c:v>
                  </c:pt>
                  <c:pt idx="2">
                    <c:v>March    </c:v>
                  </c:pt>
                  <c:pt idx="3">
                    <c:v>April    </c:v>
                  </c:pt>
                  <c:pt idx="4">
                    <c:v>May      </c:v>
                  </c:pt>
                  <c:pt idx="5">
                    <c:v>June     </c:v>
                  </c:pt>
                  <c:pt idx="6">
                    <c:v>July     </c:v>
                  </c:pt>
                  <c:pt idx="7">
                    <c:v>August   </c:v>
                  </c:pt>
                  <c:pt idx="8">
                    <c:v>September</c:v>
                  </c:pt>
                  <c:pt idx="9">
                    <c:v>October  </c:v>
                  </c:pt>
                  <c:pt idx="10">
                    <c:v>November </c:v>
                  </c:pt>
                  <c:pt idx="11">
                    <c:v>December </c:v>
                  </c:pt>
                </c:lvl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</c:lvl>
              </c:multiLvlStrCache>
            </c:multiLvlStrRef>
          </c:cat>
          <c:val>
            <c:numRef>
              <c:f>'Pivot Chart'!$C$5:$C$28</c:f>
              <c:numCache>
                <c:formatCode>0</c:formatCode>
                <c:ptCount val="12"/>
                <c:pt idx="0">
                  <c:v>10.5809717286878</c:v>
                </c:pt>
                <c:pt idx="1">
                  <c:v>10.940010526898901</c:v>
                </c:pt>
                <c:pt idx="2">
                  <c:v>10.6914362539212</c:v>
                </c:pt>
                <c:pt idx="3">
                  <c:v>11.9660628842335</c:v>
                </c:pt>
                <c:pt idx="4">
                  <c:v>13.283500578555699</c:v>
                </c:pt>
                <c:pt idx="5">
                  <c:v>13.404512789148299</c:v>
                </c:pt>
                <c:pt idx="6">
                  <c:v>13.9062162439006</c:v>
                </c:pt>
                <c:pt idx="7">
                  <c:v>13.9698825167062</c:v>
                </c:pt>
                <c:pt idx="8">
                  <c:v>13.3101743553306</c:v>
                </c:pt>
                <c:pt idx="9">
                  <c:v>12.3010718523475</c:v>
                </c:pt>
                <c:pt idx="10">
                  <c:v>11.709546556750301</c:v>
                </c:pt>
                <c:pt idx="11">
                  <c:v>11.5828677402694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4EE-40DA-8A1B-7B7C5DB913C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823400032"/>
        <c:axId val="823400992"/>
      </c:lineChart>
      <c:catAx>
        <c:axId val="82340003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Month Name</a:t>
                </a:r>
                <a:r>
                  <a:rPr lang="en-US" baseline="0"/>
                  <a:t> and Number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23400992"/>
        <c:crosses val="autoZero"/>
        <c:auto val="1"/>
        <c:lblAlgn val="ctr"/>
        <c:lblOffset val="100"/>
        <c:noMultiLvlLbl val="0"/>
      </c:catAx>
      <c:valAx>
        <c:axId val="8234009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Ridel Length (Minutes)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2340003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[Bike Types Graph.xlsx]Pivot Chart!PivotTable2</c:name>
    <c:fmtId val="4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Bike</a:t>
            </a:r>
            <a:r>
              <a:rPr lang="en-US" baseline="0"/>
              <a:t> Type by Membership Status</a:t>
            </a:r>
            <a:endParaRPr lang="en-US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'Pivot Chart'!$B$3:$B$4</c:f>
              <c:strCache>
                <c:ptCount val="1"/>
                <c:pt idx="0">
                  <c:v>classic_bike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'Pivot Chart'!$A$5:$A$7</c:f>
              <c:strCache>
                <c:ptCount val="2"/>
                <c:pt idx="0">
                  <c:v>casual</c:v>
                </c:pt>
                <c:pt idx="1">
                  <c:v>member</c:v>
                </c:pt>
              </c:strCache>
            </c:strRef>
          </c:cat>
          <c:val>
            <c:numRef>
              <c:f>'Pivot Chart'!$B$5:$B$7</c:f>
              <c:numCache>
                <c:formatCode>General</c:formatCode>
                <c:ptCount val="2"/>
                <c:pt idx="0">
                  <c:v>870140</c:v>
                </c:pt>
                <c:pt idx="1">
                  <c:v>1801660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957-4408-A812-164F37AE50DB}"/>
            </c:ext>
          </c:extLst>
        </c:ser>
        <c:ser>
          <c:idx val="1"/>
          <c:order val="1"/>
          <c:tx>
            <c:strRef>
              <c:f>'Pivot Chart'!$C$3:$C$4</c:f>
              <c:strCache>
                <c:ptCount val="1"/>
                <c:pt idx="0">
                  <c:v>docked_bike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'Pivot Chart'!$A$5:$A$7</c:f>
              <c:strCache>
                <c:ptCount val="2"/>
                <c:pt idx="0">
                  <c:v>casual</c:v>
                </c:pt>
                <c:pt idx="1">
                  <c:v>member</c:v>
                </c:pt>
              </c:strCache>
            </c:strRef>
          </c:cat>
          <c:val>
            <c:numRef>
              <c:f>'Pivot Chart'!$C$5:$C$7</c:f>
              <c:numCache>
                <c:formatCode>General</c:formatCode>
                <c:ptCount val="2"/>
                <c:pt idx="0">
                  <c:v>77854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957-4408-A812-164F37AE50DB}"/>
            </c:ext>
          </c:extLst>
        </c:ser>
        <c:ser>
          <c:idx val="2"/>
          <c:order val="2"/>
          <c:tx>
            <c:strRef>
              <c:f>'Pivot Chart'!$D$3:$D$4</c:f>
              <c:strCache>
                <c:ptCount val="1"/>
                <c:pt idx="0">
                  <c:v>electric_bike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'Pivot Chart'!$A$5:$A$7</c:f>
              <c:strCache>
                <c:ptCount val="2"/>
                <c:pt idx="0">
                  <c:v>casual</c:v>
                </c:pt>
                <c:pt idx="1">
                  <c:v>member</c:v>
                </c:pt>
              </c:strCache>
            </c:strRef>
          </c:cat>
          <c:val>
            <c:numRef>
              <c:f>'Pivot Chart'!$D$5:$D$7</c:f>
              <c:numCache>
                <c:formatCode>General</c:formatCode>
                <c:ptCount val="2"/>
                <c:pt idx="0">
                  <c:v>1080286</c:v>
                </c:pt>
                <c:pt idx="1">
                  <c:v>1800987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957-4408-A812-164F37AE5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968683008"/>
        <c:axId val="968676768"/>
      </c:barChart>
      <c:catAx>
        <c:axId val="968683008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Membership</a:t>
                </a:r>
                <a:r>
                  <a:rPr lang="en-US" baseline="0"/>
                  <a:t> Status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68676768"/>
        <c:crosses val="autoZero"/>
        <c:auto val="1"/>
        <c:lblAlgn val="ctr"/>
        <c:lblOffset val="100"/>
        <c:noMultiLvlLbl val="0"/>
      </c:catAx>
      <c:valAx>
        <c:axId val="9686767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Percent of Trips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6868300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[Ride Hour Data..xlsx]Pivot Chart!PivotTable1</c:name>
    <c:fmtId val="4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Number of Trips Per Hour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lineChart>
        <c:grouping val="standard"/>
        <c:varyColors val="0"/>
        <c:ser>
          <c:idx val="0"/>
          <c:order val="0"/>
          <c:tx>
            <c:strRef>
              <c:f>'Pivot Chart'!$B$3:$B$4</c:f>
              <c:strCache>
                <c:ptCount val="1"/>
                <c:pt idx="0">
                  <c:v>casual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'Pivot Chart'!$A$5:$A$28</c:f>
              <c:strCach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strCache>
            </c:strRef>
          </c:cat>
          <c:val>
            <c:numRef>
              <c:f>'Pivot Chart'!$B$5:$B$28</c:f>
              <c:numCache>
                <c:formatCode>General</c:formatCode>
                <c:ptCount val="24"/>
                <c:pt idx="0">
                  <c:v>36259</c:v>
                </c:pt>
                <c:pt idx="1">
                  <c:v>23473</c:v>
                </c:pt>
                <c:pt idx="2">
                  <c:v>14188</c:v>
                </c:pt>
                <c:pt idx="3">
                  <c:v>7813</c:v>
                </c:pt>
                <c:pt idx="4">
                  <c:v>5873</c:v>
                </c:pt>
                <c:pt idx="5">
                  <c:v>11271</c:v>
                </c:pt>
                <c:pt idx="6">
                  <c:v>29733</c:v>
                </c:pt>
                <c:pt idx="7">
                  <c:v>52267</c:v>
                </c:pt>
                <c:pt idx="8">
                  <c:v>69737</c:v>
                </c:pt>
                <c:pt idx="9">
                  <c:v>69027</c:v>
                </c:pt>
                <c:pt idx="10">
                  <c:v>85449</c:v>
                </c:pt>
                <c:pt idx="11">
                  <c:v>109011</c:v>
                </c:pt>
                <c:pt idx="12">
                  <c:v>128963</c:v>
                </c:pt>
                <c:pt idx="13">
                  <c:v>134632</c:v>
                </c:pt>
                <c:pt idx="14">
                  <c:v>140548</c:v>
                </c:pt>
                <c:pt idx="15">
                  <c:v>156918</c:v>
                </c:pt>
                <c:pt idx="16">
                  <c:v>179773</c:v>
                </c:pt>
                <c:pt idx="17">
                  <c:v>196240</c:v>
                </c:pt>
                <c:pt idx="18">
                  <c:v>169569</c:v>
                </c:pt>
                <c:pt idx="19">
                  <c:v>125270</c:v>
                </c:pt>
                <c:pt idx="20">
                  <c:v>90519</c:v>
                </c:pt>
                <c:pt idx="21">
                  <c:v>76024</c:v>
                </c:pt>
                <c:pt idx="22">
                  <c:v>67276</c:v>
                </c:pt>
                <c:pt idx="23">
                  <c:v>48447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AAF-4CF8-8C85-000F2ACDED16}"/>
            </c:ext>
          </c:extLst>
        </c:ser>
        <c:ser>
          <c:idx val="1"/>
          <c:order val="1"/>
          <c:tx>
            <c:strRef>
              <c:f>'Pivot Chart'!$C$3:$C$4</c:f>
              <c:strCache>
                <c:ptCount val="1"/>
                <c:pt idx="0">
                  <c:v>member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'Pivot Chart'!$A$5:$A$28</c:f>
              <c:strCach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strCache>
            </c:strRef>
          </c:cat>
          <c:val>
            <c:numRef>
              <c:f>'Pivot Chart'!$C$5:$C$28</c:f>
              <c:numCache>
                <c:formatCode>General</c:formatCode>
                <c:ptCount val="24"/>
                <c:pt idx="0">
                  <c:v>34899</c:v>
                </c:pt>
                <c:pt idx="1">
                  <c:v>20779</c:v>
                </c:pt>
                <c:pt idx="2">
                  <c:v>12032</c:v>
                </c:pt>
                <c:pt idx="3">
                  <c:v>7824</c:v>
                </c:pt>
                <c:pt idx="4">
                  <c:v>8639</c:v>
                </c:pt>
                <c:pt idx="5">
                  <c:v>33604</c:v>
                </c:pt>
                <c:pt idx="6">
                  <c:v>103646</c:v>
                </c:pt>
                <c:pt idx="7">
                  <c:v>191831</c:v>
                </c:pt>
                <c:pt idx="8">
                  <c:v>240667</c:v>
                </c:pt>
                <c:pt idx="9">
                  <c:v>162340</c:v>
                </c:pt>
                <c:pt idx="10">
                  <c:v>146431</c:v>
                </c:pt>
                <c:pt idx="11">
                  <c:v>173636</c:v>
                </c:pt>
                <c:pt idx="12">
                  <c:v>196730</c:v>
                </c:pt>
                <c:pt idx="13">
                  <c:v>195562</c:v>
                </c:pt>
                <c:pt idx="14">
                  <c:v>198534</c:v>
                </c:pt>
                <c:pt idx="15">
                  <c:v>242697</c:v>
                </c:pt>
                <c:pt idx="16">
                  <c:v>326430</c:v>
                </c:pt>
                <c:pt idx="17">
                  <c:v>381846</c:v>
                </c:pt>
                <c:pt idx="18">
                  <c:v>302874</c:v>
                </c:pt>
                <c:pt idx="19">
                  <c:v>214425</c:v>
                </c:pt>
                <c:pt idx="20">
                  <c:v>149316</c:v>
                </c:pt>
                <c:pt idx="21">
                  <c:v>115924</c:v>
                </c:pt>
                <c:pt idx="22">
                  <c:v>86520</c:v>
                </c:pt>
                <c:pt idx="23">
                  <c:v>55461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AAF-4CF8-8C85-000F2ACDED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612688992"/>
        <c:axId val="612689952"/>
      </c:lineChart>
      <c:catAx>
        <c:axId val="61268899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Hour of</a:t>
                </a:r>
                <a:r>
                  <a:rPr lang="en-US" baseline="0"/>
                  <a:t> Day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12689952"/>
        <c:crosses val="autoZero"/>
        <c:auto val="1"/>
        <c:lblAlgn val="ctr"/>
        <c:lblOffset val="100"/>
        <c:noMultiLvlLbl val="0"/>
      </c:catAx>
      <c:valAx>
        <c:axId val="6126899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Number of</a:t>
                </a:r>
                <a:r>
                  <a:rPr lang="en-US" baseline="0"/>
                  <a:t> Trips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126889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 type="title">
  <p:cSld name="TITLE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17;p11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8" name="Google Shape;18;p11" descr="HD-PanelTitleR1.png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0" y="0"/>
              <a:ext cx="12188825" cy="685621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9" name="Google Shape;19;p11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0" name="Google Shape;20;p11" descr="HDRibbonTitle-UniformTrim.png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" name="Google Shape;21;p11" descr="HDRibbonTitle-UniformTrim.png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2" name="Google Shape;22;p11"/>
          <p:cNvSpPr txBox="1"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5400"/>
              <a:buFont typeface="Garamond"/>
              <a:buNone/>
              <a:defRPr sz="54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1"/>
          <p:cNvSpPr txBox="1"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420"/>
              </a:spcBef>
              <a:spcAft>
                <a:spcPts val="0"/>
              </a:spcAft>
              <a:buSzPts val="2415"/>
              <a:buNone/>
              <a:defRPr sz="2100">
                <a:solidFill>
                  <a:schemeClr val="dk1"/>
                </a:solidFill>
              </a:defRPr>
            </a:lvl1pPr>
            <a:lvl2pPr lvl="1" algn="ctr">
              <a:spcBef>
                <a:spcPts val="600"/>
              </a:spcBef>
              <a:spcAft>
                <a:spcPts val="0"/>
              </a:spcAft>
              <a:buSzPts val="23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600"/>
              </a:spcBef>
              <a:spcAft>
                <a:spcPts val="0"/>
              </a:spcAft>
              <a:buSzPts val="207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600"/>
              </a:spcBef>
              <a:spcAft>
                <a:spcPts val="0"/>
              </a:spcAft>
              <a:buSzPts val="184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600"/>
              </a:spcBef>
              <a:spcAft>
                <a:spcPts val="0"/>
              </a:spcAft>
              <a:buSzPts val="161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600"/>
              </a:spcBef>
              <a:spcAft>
                <a:spcPts val="0"/>
              </a:spcAft>
              <a:buSzPts val="161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600"/>
              </a:spcBef>
              <a:spcAft>
                <a:spcPts val="0"/>
              </a:spcAft>
              <a:buSzPts val="161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600"/>
              </a:spcBef>
              <a:spcAft>
                <a:spcPts val="0"/>
              </a:spcAft>
              <a:buSzPts val="161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600"/>
              </a:spcBef>
              <a:spcAft>
                <a:spcPts val="600"/>
              </a:spcAft>
              <a:buSzPts val="161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11"/>
          <p:cNvSpPr txBox="1">
            <a:spLocks noGrp="1"/>
          </p:cNvSpPr>
          <p:nvPr>
            <p:ph type="dt" idx="10"/>
          </p:nvPr>
        </p:nvSpPr>
        <p:spPr>
          <a:xfrm>
            <a:off x="7983232" y="5037663"/>
            <a:ext cx="897467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1"/>
          <p:cNvSpPr txBox="1">
            <a:spLocks noGrp="1"/>
          </p:cNvSpPr>
          <p:nvPr>
            <p:ph type="ftr" idx="11"/>
          </p:nvPr>
        </p:nvSpPr>
        <p:spPr>
          <a:xfrm>
            <a:off x="2692397" y="5037663"/>
            <a:ext cx="5214635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1"/>
          <p:cNvSpPr txBox="1">
            <a:spLocks noGrp="1"/>
          </p:cNvSpPr>
          <p:nvPr>
            <p:ph type="sldNum" idx="12"/>
          </p:nvPr>
        </p:nvSpPr>
        <p:spPr>
          <a:xfrm>
            <a:off x="8956900" y="5037663"/>
            <a:ext cx="551167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7" name="Google Shape;27;p11"/>
          <p:cNvCxnSpPr/>
          <p:nvPr/>
        </p:nvCxnSpPr>
        <p:spPr>
          <a:xfrm>
            <a:off x="2692399" y="3522131"/>
            <a:ext cx="6815668" cy="0"/>
          </a:xfrm>
          <a:prstGeom prst="straightConnector1">
            <a:avLst/>
          </a:prstGeom>
          <a:noFill/>
          <a:ln w="158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Google Shape;29;p12"/>
          <p:cNvCxnSpPr/>
          <p:nvPr/>
        </p:nvCxnSpPr>
        <p:spPr>
          <a:xfrm>
            <a:off x="1396169" y="2421466"/>
            <a:ext cx="9407298" cy="0"/>
          </a:xfrm>
          <a:prstGeom prst="straightConnector1">
            <a:avLst/>
          </a:prstGeom>
          <a:noFill/>
          <a:ln w="158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0" name="Google Shape;30;p12"/>
          <p:cNvSpPr txBox="1"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2"/>
          <p:cNvSpPr txBox="1"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60045" algn="l">
              <a:spcBef>
                <a:spcPts val="360"/>
              </a:spcBef>
              <a:spcAft>
                <a:spcPts val="0"/>
              </a:spcAft>
              <a:buSzPts val="2070"/>
              <a:buChar char="•"/>
              <a:defRPr/>
            </a:lvl1pPr>
            <a:lvl2pPr marL="914400" lvl="1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2pPr>
            <a:lvl3pPr marL="1371600" lvl="2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3pPr>
            <a:lvl4pPr marL="1828800" lvl="3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4pPr>
            <a:lvl5pPr marL="2286000" lvl="4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5pPr>
            <a:lvl6pPr marL="2743200" lvl="5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6pPr>
            <a:lvl7pPr marL="3200400" lvl="6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7pPr>
            <a:lvl8pPr marL="3657600" lvl="7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8pPr>
            <a:lvl9pPr marL="4114800" lvl="8" indent="-360045" algn="l">
              <a:spcBef>
                <a:spcPts val="600"/>
              </a:spcBef>
              <a:spcAft>
                <a:spcPts val="600"/>
              </a:spcAft>
              <a:buSzPts val="207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12"/>
          <p:cNvSpPr txBox="1">
            <a:spLocks noGrp="1"/>
          </p:cNvSpPr>
          <p:nvPr>
            <p:ph type="dt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2"/>
          <p:cNvSpPr txBox="1">
            <a:spLocks noGrp="1"/>
          </p:cNvSpPr>
          <p:nvPr>
            <p:ph type="ft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2"/>
          <p:cNvSpPr txBox="1">
            <a:spLocks noGrp="1"/>
          </p:cNvSpPr>
          <p:nvPr>
            <p:ph type="sldNum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3"/>
          <p:cNvSpPr txBox="1"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Garamond"/>
              <a:buNone/>
              <a:defRPr sz="44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3"/>
          <p:cNvSpPr txBox="1"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spcBef>
                <a:spcPts val="480"/>
              </a:spcBef>
              <a:spcAft>
                <a:spcPts val="0"/>
              </a:spcAft>
              <a:buSzPts val="2760"/>
              <a:buNone/>
              <a:defRPr sz="2400">
                <a:solidFill>
                  <a:schemeClr val="dk1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207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84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13"/>
          <p:cNvSpPr txBox="1">
            <a:spLocks noGrp="1"/>
          </p:cNvSpPr>
          <p:nvPr>
            <p:ph type="dt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3"/>
          <p:cNvSpPr txBox="1">
            <a:spLocks noGrp="1"/>
          </p:cNvSpPr>
          <p:nvPr>
            <p:ph type="ft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3"/>
          <p:cNvSpPr txBox="1">
            <a:spLocks noGrp="1"/>
          </p:cNvSpPr>
          <p:nvPr>
            <p:ph type="sldNum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41" name="Google Shape;41;p13"/>
          <p:cNvCxnSpPr/>
          <p:nvPr/>
        </p:nvCxnSpPr>
        <p:spPr>
          <a:xfrm>
            <a:off x="2012723" y="3710585"/>
            <a:ext cx="8163380" cy="0"/>
          </a:xfrm>
          <a:prstGeom prst="straightConnector1">
            <a:avLst/>
          </a:prstGeom>
          <a:noFill/>
          <a:ln w="158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Google Shape;43;p14"/>
          <p:cNvCxnSpPr/>
          <p:nvPr/>
        </p:nvCxnSpPr>
        <p:spPr>
          <a:xfrm>
            <a:off x="1396169" y="2421466"/>
            <a:ext cx="9407298" cy="0"/>
          </a:xfrm>
          <a:prstGeom prst="straightConnector1">
            <a:avLst/>
          </a:prstGeom>
          <a:noFill/>
          <a:ln w="158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14"/>
          <p:cNvSpPr txBox="1"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4"/>
          <p:cNvSpPr txBox="1">
            <a:spLocks noGrp="1"/>
          </p:cNvSpPr>
          <p:nvPr>
            <p:ph type="body" idx="1"/>
          </p:nvPr>
        </p:nvSpPr>
        <p:spPr>
          <a:xfrm>
            <a:off x="1298448" y="2560320"/>
            <a:ext cx="4718304" cy="3310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60045" algn="l">
              <a:spcBef>
                <a:spcPts val="360"/>
              </a:spcBef>
              <a:spcAft>
                <a:spcPts val="0"/>
              </a:spcAft>
              <a:buSzPts val="2070"/>
              <a:buChar char="•"/>
              <a:defRPr/>
            </a:lvl1pPr>
            <a:lvl2pPr marL="914400" lvl="1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2pPr>
            <a:lvl3pPr marL="1371600" lvl="2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3pPr>
            <a:lvl4pPr marL="1828800" lvl="3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4pPr>
            <a:lvl5pPr marL="2286000" lvl="4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5pPr>
            <a:lvl6pPr marL="2743200" lvl="5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6pPr>
            <a:lvl7pPr marL="3200400" lvl="6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7pPr>
            <a:lvl8pPr marL="3657600" lvl="7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8pPr>
            <a:lvl9pPr marL="4114800" lvl="8" indent="-360045" algn="l">
              <a:spcBef>
                <a:spcPts val="600"/>
              </a:spcBef>
              <a:spcAft>
                <a:spcPts val="600"/>
              </a:spcAft>
              <a:buSzPts val="207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4"/>
          <p:cNvSpPr txBox="1">
            <a:spLocks noGrp="1"/>
          </p:cNvSpPr>
          <p:nvPr>
            <p:ph type="body" idx="2"/>
          </p:nvPr>
        </p:nvSpPr>
        <p:spPr>
          <a:xfrm>
            <a:off x="6181344" y="2560320"/>
            <a:ext cx="4718304" cy="3310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60045" algn="l">
              <a:spcBef>
                <a:spcPts val="360"/>
              </a:spcBef>
              <a:spcAft>
                <a:spcPts val="0"/>
              </a:spcAft>
              <a:buSzPts val="2070"/>
              <a:buChar char="•"/>
              <a:defRPr/>
            </a:lvl1pPr>
            <a:lvl2pPr marL="914400" lvl="1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2pPr>
            <a:lvl3pPr marL="1371600" lvl="2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3pPr>
            <a:lvl4pPr marL="1828800" lvl="3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4pPr>
            <a:lvl5pPr marL="2286000" lvl="4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5pPr>
            <a:lvl6pPr marL="2743200" lvl="5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6pPr>
            <a:lvl7pPr marL="3200400" lvl="6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7pPr>
            <a:lvl8pPr marL="3657600" lvl="7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8pPr>
            <a:lvl9pPr marL="4114800" lvl="8" indent="-360045" algn="l">
              <a:spcBef>
                <a:spcPts val="600"/>
              </a:spcBef>
              <a:spcAft>
                <a:spcPts val="600"/>
              </a:spcAft>
              <a:buSzPts val="207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14"/>
          <p:cNvSpPr txBox="1">
            <a:spLocks noGrp="1"/>
          </p:cNvSpPr>
          <p:nvPr>
            <p:ph type="dt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4"/>
          <p:cNvSpPr txBox="1">
            <a:spLocks noGrp="1"/>
          </p:cNvSpPr>
          <p:nvPr>
            <p:ph type="ft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sldNum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5"/>
          <p:cNvSpPr txBox="1"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Garamond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5"/>
          <p:cNvSpPr txBox="1"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672"/>
              </a:spcBef>
              <a:spcAft>
                <a:spcPts val="0"/>
              </a:spcAft>
              <a:buSzPts val="3220"/>
              <a:buNone/>
              <a:defRPr sz="2800" b="0">
                <a:solidFill>
                  <a:schemeClr val="accent1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2300"/>
              <a:buNone/>
              <a:defRPr sz="2000" b="1"/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2070"/>
              <a:buNone/>
              <a:defRPr sz="1800" b="1"/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840"/>
              <a:buNone/>
              <a:defRPr sz="1600" b="1"/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840"/>
              <a:buNone/>
              <a:defRPr sz="1600" b="1"/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840"/>
              <a:buNone/>
              <a:defRPr sz="1600" b="1"/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840"/>
              <a:buNone/>
              <a:defRPr sz="1600" b="1"/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840"/>
              <a:buNone/>
              <a:defRPr sz="1600" b="1"/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840"/>
              <a:buNone/>
              <a:defRPr sz="1600" b="1"/>
            </a:lvl9pPr>
          </a:lstStyle>
          <a:p>
            <a:endParaRPr/>
          </a:p>
        </p:txBody>
      </p:sp>
      <p:sp>
        <p:nvSpPr>
          <p:cNvPr id="53" name="Google Shape;53;p15"/>
          <p:cNvSpPr txBox="1">
            <a:spLocks noGrp="1"/>
          </p:cNvSpPr>
          <p:nvPr>
            <p:ph type="body" idx="2"/>
          </p:nvPr>
        </p:nvSpPr>
        <p:spPr>
          <a:xfrm>
            <a:off x="1295400" y="3243262"/>
            <a:ext cx="4718304" cy="26326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60045" algn="l">
              <a:spcBef>
                <a:spcPts val="360"/>
              </a:spcBef>
              <a:spcAft>
                <a:spcPts val="0"/>
              </a:spcAft>
              <a:buSzPts val="2070"/>
              <a:buChar char="•"/>
              <a:defRPr/>
            </a:lvl1pPr>
            <a:lvl2pPr marL="914400" lvl="1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2pPr>
            <a:lvl3pPr marL="1371600" lvl="2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3pPr>
            <a:lvl4pPr marL="1828800" lvl="3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4pPr>
            <a:lvl5pPr marL="2286000" lvl="4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5pPr>
            <a:lvl6pPr marL="2743200" lvl="5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6pPr>
            <a:lvl7pPr marL="3200400" lvl="6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7pPr>
            <a:lvl8pPr marL="3657600" lvl="7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8pPr>
            <a:lvl9pPr marL="4114800" lvl="8" indent="-360045" algn="l">
              <a:spcBef>
                <a:spcPts val="600"/>
              </a:spcBef>
              <a:spcAft>
                <a:spcPts val="600"/>
              </a:spcAft>
              <a:buSzPts val="207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15"/>
          <p:cNvSpPr txBox="1">
            <a:spLocks noGrp="1"/>
          </p:cNvSpPr>
          <p:nvPr>
            <p:ph type="body" idx="3"/>
          </p:nvPr>
        </p:nvSpPr>
        <p:spPr>
          <a:xfrm>
            <a:off x="6180670" y="2658533"/>
            <a:ext cx="4718304" cy="576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672"/>
              </a:spcBef>
              <a:spcAft>
                <a:spcPts val="0"/>
              </a:spcAft>
              <a:buSzPts val="3220"/>
              <a:buNone/>
              <a:defRPr sz="2800" b="0">
                <a:solidFill>
                  <a:schemeClr val="accent1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2300"/>
              <a:buNone/>
              <a:defRPr sz="2000" b="1"/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2070"/>
              <a:buNone/>
              <a:defRPr sz="1800" b="1"/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840"/>
              <a:buNone/>
              <a:defRPr sz="1600" b="1"/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840"/>
              <a:buNone/>
              <a:defRPr sz="1600" b="1"/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840"/>
              <a:buNone/>
              <a:defRPr sz="1600" b="1"/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840"/>
              <a:buNone/>
              <a:defRPr sz="1600" b="1"/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840"/>
              <a:buNone/>
              <a:defRPr sz="1600" b="1"/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840"/>
              <a:buNone/>
              <a:defRPr sz="1600" b="1"/>
            </a:lvl9pPr>
          </a:lstStyle>
          <a:p>
            <a:endParaRPr/>
          </a:p>
        </p:txBody>
      </p:sp>
      <p:sp>
        <p:nvSpPr>
          <p:cNvPr id="55" name="Google Shape;55;p15"/>
          <p:cNvSpPr txBox="1">
            <a:spLocks noGrp="1"/>
          </p:cNvSpPr>
          <p:nvPr>
            <p:ph type="body" idx="4"/>
          </p:nvPr>
        </p:nvSpPr>
        <p:spPr>
          <a:xfrm>
            <a:off x="6180670" y="3243262"/>
            <a:ext cx="4718304" cy="26326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60045" algn="l">
              <a:spcBef>
                <a:spcPts val="360"/>
              </a:spcBef>
              <a:spcAft>
                <a:spcPts val="0"/>
              </a:spcAft>
              <a:buSzPts val="2070"/>
              <a:buChar char="•"/>
              <a:defRPr/>
            </a:lvl1pPr>
            <a:lvl2pPr marL="914400" lvl="1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2pPr>
            <a:lvl3pPr marL="1371600" lvl="2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3pPr>
            <a:lvl4pPr marL="1828800" lvl="3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4pPr>
            <a:lvl5pPr marL="2286000" lvl="4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5pPr>
            <a:lvl6pPr marL="2743200" lvl="5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6pPr>
            <a:lvl7pPr marL="3200400" lvl="6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7pPr>
            <a:lvl8pPr marL="3657600" lvl="7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8pPr>
            <a:lvl9pPr marL="4114800" lvl="8" indent="-360045" algn="l">
              <a:spcBef>
                <a:spcPts val="600"/>
              </a:spcBef>
              <a:spcAft>
                <a:spcPts val="600"/>
              </a:spcAft>
              <a:buSzPts val="2070"/>
              <a:buChar char="•"/>
              <a:defRPr/>
            </a:lvl9pPr>
          </a:lstStyle>
          <a:p>
            <a:endParaRPr/>
          </a:p>
        </p:txBody>
      </p:sp>
      <p:sp>
        <p:nvSpPr>
          <p:cNvPr id="56" name="Google Shape;56;p15"/>
          <p:cNvSpPr txBox="1">
            <a:spLocks noGrp="1"/>
          </p:cNvSpPr>
          <p:nvPr>
            <p:ph type="dt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5"/>
          <p:cNvSpPr txBox="1">
            <a:spLocks noGrp="1"/>
          </p:cNvSpPr>
          <p:nvPr>
            <p:ph type="ft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5"/>
          <p:cNvSpPr txBox="1">
            <a:spLocks noGrp="1"/>
          </p:cNvSpPr>
          <p:nvPr>
            <p:ph type="sldNum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9" name="Google Shape;59;p15"/>
          <p:cNvCxnSpPr/>
          <p:nvPr/>
        </p:nvCxnSpPr>
        <p:spPr>
          <a:xfrm>
            <a:off x="1396169" y="2421466"/>
            <a:ext cx="9407298" cy="0"/>
          </a:xfrm>
          <a:prstGeom prst="straightConnector1">
            <a:avLst/>
          </a:prstGeom>
          <a:noFill/>
          <a:ln w="158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dt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ft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sldNum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65" name="Google Shape;65;p16"/>
          <p:cNvCxnSpPr/>
          <p:nvPr/>
        </p:nvCxnSpPr>
        <p:spPr>
          <a:xfrm>
            <a:off x="1396169" y="2421466"/>
            <a:ext cx="9407298" cy="0"/>
          </a:xfrm>
          <a:prstGeom prst="straightConnector1">
            <a:avLst/>
          </a:prstGeom>
          <a:noFill/>
          <a:ln w="158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7"/>
          <p:cNvSpPr txBox="1">
            <a:spLocks noGrp="1"/>
          </p:cNvSpPr>
          <p:nvPr>
            <p:ph type="dt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7"/>
          <p:cNvSpPr txBox="1">
            <a:spLocks noGrp="1"/>
          </p:cNvSpPr>
          <p:nvPr>
            <p:ph type="ft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7"/>
          <p:cNvSpPr txBox="1">
            <a:spLocks noGrp="1"/>
          </p:cNvSpPr>
          <p:nvPr>
            <p:ph type="sldNum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Garamond"/>
              <a:buNone/>
              <a:defRPr sz="2400"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8"/>
          <p:cNvSpPr txBox="1">
            <a:spLocks noGrp="1"/>
          </p:cNvSpPr>
          <p:nvPr>
            <p:ph type="body" idx="1"/>
          </p:nvPr>
        </p:nvSpPr>
        <p:spPr>
          <a:xfrm>
            <a:off x="5418668" y="982131"/>
            <a:ext cx="5469466" cy="4893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60045" algn="l">
              <a:spcBef>
                <a:spcPts val="360"/>
              </a:spcBef>
              <a:spcAft>
                <a:spcPts val="0"/>
              </a:spcAft>
              <a:buSzPts val="2070"/>
              <a:buChar char="•"/>
              <a:defRPr/>
            </a:lvl1pPr>
            <a:lvl2pPr marL="914400" lvl="1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2pPr>
            <a:lvl3pPr marL="1371600" lvl="2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3pPr>
            <a:lvl4pPr marL="1828800" lvl="3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4pPr>
            <a:lvl5pPr marL="2286000" lvl="4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5pPr>
            <a:lvl6pPr marL="2743200" lvl="5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6pPr>
            <a:lvl7pPr marL="3200400" lvl="6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7pPr>
            <a:lvl8pPr marL="3657600" lvl="7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8pPr>
            <a:lvl9pPr marL="4114800" lvl="8" indent="-360045" algn="l">
              <a:spcBef>
                <a:spcPts val="600"/>
              </a:spcBef>
              <a:spcAft>
                <a:spcPts val="600"/>
              </a:spcAft>
              <a:buSzPts val="2070"/>
              <a:buChar char="•"/>
              <a:defRPr/>
            </a:lvl9pPr>
          </a:lstStyle>
          <a:p>
            <a:endParaRPr/>
          </a:p>
        </p:txBody>
      </p:sp>
      <p:sp>
        <p:nvSpPr>
          <p:cNvPr id="73" name="Google Shape;73;p18"/>
          <p:cNvSpPr txBox="1">
            <a:spLocks noGrp="1"/>
          </p:cNvSpPr>
          <p:nvPr>
            <p:ph type="body" idx="2"/>
          </p:nvPr>
        </p:nvSpPr>
        <p:spPr>
          <a:xfrm>
            <a:off x="1293811" y="3031065"/>
            <a:ext cx="3718455" cy="2438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spcBef>
                <a:spcPts val="320"/>
              </a:spcBef>
              <a:spcAft>
                <a:spcPts val="0"/>
              </a:spcAft>
              <a:buSzPts val="1840"/>
              <a:buNone/>
              <a:defRPr sz="1600"/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380"/>
              <a:buNone/>
              <a:defRPr sz="1200"/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150"/>
              <a:buNone/>
              <a:defRPr sz="1000"/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035"/>
              <a:buNone/>
              <a:defRPr sz="900"/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035"/>
              <a:buNone/>
              <a:defRPr sz="900"/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035"/>
              <a:buNone/>
              <a:defRPr sz="900"/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035"/>
              <a:buNone/>
              <a:defRPr sz="900"/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035"/>
              <a:buNone/>
              <a:defRPr sz="900"/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035"/>
              <a:buNone/>
              <a:defRPr sz="900"/>
            </a:lvl9pPr>
          </a:lstStyle>
          <a:p>
            <a:endParaRPr/>
          </a:p>
        </p:txBody>
      </p:sp>
      <p:sp>
        <p:nvSpPr>
          <p:cNvPr id="74" name="Google Shape;74;p18"/>
          <p:cNvSpPr txBox="1">
            <a:spLocks noGrp="1"/>
          </p:cNvSpPr>
          <p:nvPr>
            <p:ph type="dt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8"/>
          <p:cNvSpPr txBox="1">
            <a:spLocks noGrp="1"/>
          </p:cNvSpPr>
          <p:nvPr>
            <p:ph type="ft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sldNum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8"/>
          <p:cNvCxnSpPr/>
          <p:nvPr/>
        </p:nvCxnSpPr>
        <p:spPr>
          <a:xfrm>
            <a:off x="1396169" y="2912533"/>
            <a:ext cx="3514498" cy="0"/>
          </a:xfrm>
          <a:prstGeom prst="straightConnector1">
            <a:avLst/>
          </a:prstGeom>
          <a:noFill/>
          <a:ln w="158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9"/>
          <p:cNvSpPr txBox="1"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Garamond"/>
              <a:buNone/>
              <a:defRPr sz="2800"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9"/>
          <p:cNvSpPr>
            <a:spLocks noGrp="1"/>
          </p:cNvSpPr>
          <p:nvPr>
            <p:ph type="pic" idx="2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noFill/>
          <a:ln w="57150" cap="flat" cmpd="thickThin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1" name="Google Shape;81;p19"/>
          <p:cNvSpPr txBox="1">
            <a:spLocks noGrp="1"/>
          </p:cNvSpPr>
          <p:nvPr>
            <p:ph type="body" idx="1"/>
          </p:nvPr>
        </p:nvSpPr>
        <p:spPr>
          <a:xfrm>
            <a:off x="1295399" y="3255432"/>
            <a:ext cx="6241816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spcBef>
                <a:spcPts val="360"/>
              </a:spcBef>
              <a:spcAft>
                <a:spcPts val="0"/>
              </a:spcAft>
              <a:buSzPts val="2070"/>
              <a:buNone/>
              <a:defRPr sz="1800"/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380"/>
              <a:buNone/>
              <a:defRPr sz="1200"/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150"/>
              <a:buNone/>
              <a:defRPr sz="1000"/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035"/>
              <a:buNone/>
              <a:defRPr sz="900"/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035"/>
              <a:buNone/>
              <a:defRPr sz="900"/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035"/>
              <a:buNone/>
              <a:defRPr sz="900"/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035"/>
              <a:buNone/>
              <a:defRPr sz="900"/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035"/>
              <a:buNone/>
              <a:defRPr sz="900"/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035"/>
              <a:buNone/>
              <a:defRPr sz="900"/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dt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9"/>
          <p:cNvSpPr txBox="1">
            <a:spLocks noGrp="1"/>
          </p:cNvSpPr>
          <p:nvPr>
            <p:ph type="ft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9"/>
          <p:cNvSpPr txBox="1">
            <a:spLocks noGrp="1"/>
          </p:cNvSpPr>
          <p:nvPr>
            <p:ph type="sldNum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noramic Picture with Caption">
  <p:cSld name="Panoramic Picture with Caption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0"/>
          <p:cNvSpPr txBox="1"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Garamond"/>
              <a:buNone/>
              <a:defRPr sz="2400"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20"/>
          <p:cNvSpPr>
            <a:spLocks noGrp="1"/>
          </p:cNvSpPr>
          <p:nvPr>
            <p:ph type="pic" idx="2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noFill/>
          <a:ln w="57150" cap="flat" cmpd="thickThin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8" name="Google Shape;88;p20"/>
          <p:cNvSpPr txBox="1">
            <a:spLocks noGrp="1"/>
          </p:cNvSpPr>
          <p:nvPr>
            <p:ph type="body" idx="1"/>
          </p:nvPr>
        </p:nvSpPr>
        <p:spPr>
          <a:xfrm>
            <a:off x="1295401" y="5382153"/>
            <a:ext cx="9609666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spcBef>
                <a:spcPts val="280"/>
              </a:spcBef>
              <a:spcAft>
                <a:spcPts val="0"/>
              </a:spcAft>
              <a:buSzPts val="1610"/>
              <a:buNone/>
              <a:defRPr sz="1400"/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380"/>
              <a:buNone/>
              <a:defRPr sz="1200"/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150"/>
              <a:buNone/>
              <a:defRPr sz="1000"/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035"/>
              <a:buNone/>
              <a:defRPr sz="900"/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035"/>
              <a:buNone/>
              <a:defRPr sz="900"/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035"/>
              <a:buNone/>
              <a:defRPr sz="900"/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035"/>
              <a:buNone/>
              <a:defRPr sz="900"/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035"/>
              <a:buNone/>
              <a:defRPr sz="900"/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035"/>
              <a:buNone/>
              <a:defRPr sz="900"/>
            </a:lvl9pPr>
          </a:lstStyle>
          <a:p>
            <a:endParaRPr/>
          </a:p>
        </p:txBody>
      </p:sp>
      <p:sp>
        <p:nvSpPr>
          <p:cNvPr id="89" name="Google Shape;89;p20"/>
          <p:cNvSpPr txBox="1">
            <a:spLocks noGrp="1"/>
          </p:cNvSpPr>
          <p:nvPr>
            <p:ph type="dt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20"/>
          <p:cNvSpPr txBox="1">
            <a:spLocks noGrp="1"/>
          </p:cNvSpPr>
          <p:nvPr>
            <p:ph type="ft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20"/>
          <p:cNvSpPr txBox="1">
            <a:spLocks noGrp="1"/>
          </p:cNvSpPr>
          <p:nvPr>
            <p:ph type="sldNum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aption">
  <p:cSld name="Title and Caption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1"/>
          <p:cNvSpPr txBox="1"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Garamond"/>
              <a:buNone/>
              <a:defRPr sz="32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1"/>
          <p:cNvSpPr txBox="1"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spcBef>
                <a:spcPts val="400"/>
              </a:spcBef>
              <a:spcAft>
                <a:spcPts val="0"/>
              </a:spcAft>
              <a:buSzPts val="2300"/>
              <a:buNone/>
              <a:defRPr sz="2000">
                <a:solidFill>
                  <a:schemeClr val="dk1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207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84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95" name="Google Shape;95;p21"/>
          <p:cNvSpPr txBox="1">
            <a:spLocks noGrp="1"/>
          </p:cNvSpPr>
          <p:nvPr>
            <p:ph type="dt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21"/>
          <p:cNvSpPr txBox="1">
            <a:spLocks noGrp="1"/>
          </p:cNvSpPr>
          <p:nvPr>
            <p:ph type="ft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21"/>
          <p:cNvSpPr txBox="1">
            <a:spLocks noGrp="1"/>
          </p:cNvSpPr>
          <p:nvPr>
            <p:ph type="sldNum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8" name="Google Shape;98;p21"/>
          <p:cNvCxnSpPr/>
          <p:nvPr/>
        </p:nvCxnSpPr>
        <p:spPr>
          <a:xfrm>
            <a:off x="1396169" y="4140199"/>
            <a:ext cx="9407298" cy="0"/>
          </a:xfrm>
          <a:prstGeom prst="straightConnector1">
            <a:avLst/>
          </a:prstGeom>
          <a:noFill/>
          <a:ln w="158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with Caption">
  <p:cSld name="Quote with Caption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2"/>
          <p:cNvSpPr txBox="1"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aramond"/>
              <a:buNone/>
              <a:defRPr sz="3200" b="0" cap="none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22"/>
          <p:cNvSpPr txBox="1">
            <a:spLocks noGrp="1"/>
          </p:cNvSpPr>
          <p:nvPr>
            <p:ph type="body" idx="1"/>
          </p:nvPr>
        </p:nvSpPr>
        <p:spPr>
          <a:xfrm>
            <a:off x="1674812" y="3352800"/>
            <a:ext cx="8839202" cy="5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spcBef>
                <a:spcPts val="400"/>
              </a:spcBef>
              <a:spcAft>
                <a:spcPts val="0"/>
              </a:spcAft>
              <a:buSzPts val="2300"/>
              <a:buFont typeface="Garamond"/>
              <a:buNone/>
              <a:defRPr sz="2000"/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2300"/>
              <a:buFont typeface="Garamond"/>
              <a:buNone/>
              <a:defRPr/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2070"/>
              <a:buFont typeface="Garamond"/>
              <a:buNone/>
              <a:defRPr/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840"/>
              <a:buFont typeface="Garamond"/>
              <a:buNone/>
              <a:defRPr/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610"/>
              <a:buFont typeface="Garamond"/>
              <a:buNone/>
              <a:defRPr/>
            </a:lvl5pPr>
            <a:lvl6pPr marL="2743200" lvl="5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6pPr>
            <a:lvl7pPr marL="3200400" lvl="6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7pPr>
            <a:lvl8pPr marL="3657600" lvl="7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8pPr>
            <a:lvl9pPr marL="4114800" lvl="8" indent="-360045" algn="l">
              <a:spcBef>
                <a:spcPts val="600"/>
              </a:spcBef>
              <a:spcAft>
                <a:spcPts val="600"/>
              </a:spcAft>
              <a:buSzPts val="2070"/>
              <a:buChar char="•"/>
              <a:defRPr/>
            </a:lvl9pPr>
          </a:lstStyle>
          <a:p>
            <a:endParaRPr/>
          </a:p>
        </p:txBody>
      </p:sp>
      <p:sp>
        <p:nvSpPr>
          <p:cNvPr id="102" name="Google Shape;102;p22"/>
          <p:cNvSpPr txBox="1">
            <a:spLocks noGrp="1"/>
          </p:cNvSpPr>
          <p:nvPr>
            <p:ph type="body" idx="2"/>
          </p:nvPr>
        </p:nvSpPr>
        <p:spPr>
          <a:xfrm>
            <a:off x="1295401" y="4343399"/>
            <a:ext cx="9609666" cy="1532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spcBef>
                <a:spcPts val="400"/>
              </a:spcBef>
              <a:spcAft>
                <a:spcPts val="0"/>
              </a:spcAft>
              <a:buSzPts val="2300"/>
              <a:buNone/>
              <a:defRPr sz="2000">
                <a:solidFill>
                  <a:schemeClr val="dk1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207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84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03" name="Google Shape;103;p22"/>
          <p:cNvSpPr txBox="1">
            <a:spLocks noGrp="1"/>
          </p:cNvSpPr>
          <p:nvPr>
            <p:ph type="dt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22"/>
          <p:cNvSpPr txBox="1">
            <a:spLocks noGrp="1"/>
          </p:cNvSpPr>
          <p:nvPr>
            <p:ph type="ft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22"/>
          <p:cNvSpPr txBox="1">
            <a:spLocks noGrp="1"/>
          </p:cNvSpPr>
          <p:nvPr>
            <p:ph type="sldNum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6" name="Google Shape;106;p22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rPr>
              <a:t>“</a:t>
            </a:r>
            <a:endParaRPr/>
          </a:p>
        </p:txBody>
      </p:sp>
      <p:sp>
        <p:nvSpPr>
          <p:cNvPr id="107" name="Google Shape;107;p22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rPr>
              <a:t>”</a:t>
            </a:r>
            <a:endParaRPr/>
          </a:p>
        </p:txBody>
      </p:sp>
      <p:cxnSp>
        <p:nvCxnSpPr>
          <p:cNvPr id="108" name="Google Shape;108;p22"/>
          <p:cNvCxnSpPr/>
          <p:nvPr/>
        </p:nvCxnSpPr>
        <p:spPr>
          <a:xfrm>
            <a:off x="1396169" y="4140199"/>
            <a:ext cx="9407298" cy="0"/>
          </a:xfrm>
          <a:prstGeom prst="straightConnector1">
            <a:avLst/>
          </a:prstGeom>
          <a:noFill/>
          <a:ln w="158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ame Card">
  <p:cSld name="Name Card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3"/>
          <p:cNvSpPr txBox="1"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Garamond"/>
              <a:buNone/>
              <a:defRPr sz="32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23"/>
          <p:cNvSpPr txBox="1"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SzPts val="2300"/>
              <a:buNone/>
              <a:defRPr sz="2000">
                <a:solidFill>
                  <a:schemeClr val="dk1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207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84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12" name="Google Shape;112;p23"/>
          <p:cNvSpPr txBox="1">
            <a:spLocks noGrp="1"/>
          </p:cNvSpPr>
          <p:nvPr>
            <p:ph type="dt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23"/>
          <p:cNvSpPr txBox="1">
            <a:spLocks noGrp="1"/>
          </p:cNvSpPr>
          <p:nvPr>
            <p:ph type="ft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23"/>
          <p:cNvSpPr txBox="1">
            <a:spLocks noGrp="1"/>
          </p:cNvSpPr>
          <p:nvPr>
            <p:ph type="sldNum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Name Card">
  <p:cSld name="Quote Name Card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4"/>
          <p:cNvSpPr txBox="1"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aramond"/>
              <a:buNone/>
              <a:defRPr sz="3200" b="0" cap="none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24"/>
          <p:cNvSpPr txBox="1">
            <a:spLocks noGrp="1"/>
          </p:cNvSpPr>
          <p:nvPr>
            <p:ph type="body" idx="1"/>
          </p:nvPr>
        </p:nvSpPr>
        <p:spPr>
          <a:xfrm>
            <a:off x="1295401" y="3639312"/>
            <a:ext cx="9609668" cy="886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2760"/>
              <a:buNone/>
              <a:defRPr sz="2400">
                <a:solidFill>
                  <a:schemeClr val="dk1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207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84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18" name="Google Shape;118;p24"/>
          <p:cNvSpPr txBox="1">
            <a:spLocks noGrp="1"/>
          </p:cNvSpPr>
          <p:nvPr>
            <p:ph type="body" idx="2"/>
          </p:nvPr>
        </p:nvSpPr>
        <p:spPr>
          <a:xfrm>
            <a:off x="1295401" y="4529667"/>
            <a:ext cx="9609668" cy="1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SzPts val="2070"/>
              <a:buNone/>
              <a:defRPr sz="1800">
                <a:solidFill>
                  <a:schemeClr val="dk1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207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84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19" name="Google Shape;119;p24"/>
          <p:cNvSpPr txBox="1">
            <a:spLocks noGrp="1"/>
          </p:cNvSpPr>
          <p:nvPr>
            <p:ph type="dt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24"/>
          <p:cNvSpPr txBox="1">
            <a:spLocks noGrp="1"/>
          </p:cNvSpPr>
          <p:nvPr>
            <p:ph type="ft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24"/>
          <p:cNvSpPr txBox="1">
            <a:spLocks noGrp="1"/>
          </p:cNvSpPr>
          <p:nvPr>
            <p:ph type="sldNum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2" name="Google Shape;122;p24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rPr>
              <a:t>“</a:t>
            </a:r>
            <a:endParaRPr/>
          </a:p>
        </p:txBody>
      </p:sp>
      <p:sp>
        <p:nvSpPr>
          <p:cNvPr id="123" name="Google Shape;123;p24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rPr>
              <a:t>”</a:t>
            </a:r>
            <a:endParaRPr/>
          </a:p>
        </p:txBody>
      </p:sp>
      <p:cxnSp>
        <p:nvCxnSpPr>
          <p:cNvPr id="124" name="Google Shape;124;p24"/>
          <p:cNvCxnSpPr/>
          <p:nvPr/>
        </p:nvCxnSpPr>
        <p:spPr>
          <a:xfrm>
            <a:off x="1396169" y="3429000"/>
            <a:ext cx="9407298" cy="0"/>
          </a:xfrm>
          <a:prstGeom prst="straightConnector1">
            <a:avLst/>
          </a:prstGeom>
          <a:noFill/>
          <a:ln w="158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ue or False">
  <p:cSld name="True or False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5"/>
          <p:cNvSpPr txBox="1"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Garamond"/>
              <a:buNone/>
              <a:defRPr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25"/>
          <p:cNvSpPr txBox="1">
            <a:spLocks noGrp="1"/>
          </p:cNvSpPr>
          <p:nvPr>
            <p:ph type="body" idx="1"/>
          </p:nvPr>
        </p:nvSpPr>
        <p:spPr>
          <a:xfrm>
            <a:off x="1295401" y="3630168"/>
            <a:ext cx="9609668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3220"/>
              <a:buNone/>
              <a:defRPr sz="2800">
                <a:solidFill>
                  <a:schemeClr val="dk1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207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84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28" name="Google Shape;128;p25"/>
          <p:cNvSpPr txBox="1">
            <a:spLocks noGrp="1"/>
          </p:cNvSpPr>
          <p:nvPr>
            <p:ph type="body" idx="2"/>
          </p:nvPr>
        </p:nvSpPr>
        <p:spPr>
          <a:xfrm>
            <a:off x="1295400" y="4470399"/>
            <a:ext cx="9609670" cy="140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SzPts val="2070"/>
              <a:buNone/>
              <a:defRPr sz="1800">
                <a:solidFill>
                  <a:schemeClr val="dk1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207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84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25"/>
          <p:cNvSpPr txBox="1">
            <a:spLocks noGrp="1"/>
          </p:cNvSpPr>
          <p:nvPr>
            <p:ph type="dt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25"/>
          <p:cNvSpPr txBox="1">
            <a:spLocks noGrp="1"/>
          </p:cNvSpPr>
          <p:nvPr>
            <p:ph type="ft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25"/>
          <p:cNvSpPr txBox="1">
            <a:spLocks noGrp="1"/>
          </p:cNvSpPr>
          <p:nvPr>
            <p:ph type="sldNum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32" name="Google Shape;132;p25"/>
          <p:cNvCxnSpPr/>
          <p:nvPr/>
        </p:nvCxnSpPr>
        <p:spPr>
          <a:xfrm>
            <a:off x="1396169" y="3429000"/>
            <a:ext cx="9407298" cy="0"/>
          </a:xfrm>
          <a:prstGeom prst="straightConnector1">
            <a:avLst/>
          </a:prstGeom>
          <a:noFill/>
          <a:ln w="158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6"/>
          <p:cNvSpPr txBox="1"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Garamond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26"/>
          <p:cNvSpPr txBox="1">
            <a:spLocks noGrp="1"/>
          </p:cNvSpPr>
          <p:nvPr>
            <p:ph type="body" idx="1"/>
          </p:nvPr>
        </p:nvSpPr>
        <p:spPr>
          <a:xfrm rot="5400000">
            <a:off x="4436531" y="-584198"/>
            <a:ext cx="3318936" cy="9601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60045" algn="l">
              <a:spcBef>
                <a:spcPts val="360"/>
              </a:spcBef>
              <a:spcAft>
                <a:spcPts val="0"/>
              </a:spcAft>
              <a:buSzPts val="2070"/>
              <a:buChar char="•"/>
              <a:defRPr/>
            </a:lvl1pPr>
            <a:lvl2pPr marL="914400" lvl="1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2pPr>
            <a:lvl3pPr marL="1371600" lvl="2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3pPr>
            <a:lvl4pPr marL="1828800" lvl="3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4pPr>
            <a:lvl5pPr marL="2286000" lvl="4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5pPr>
            <a:lvl6pPr marL="2743200" lvl="5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6pPr>
            <a:lvl7pPr marL="3200400" lvl="6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7pPr>
            <a:lvl8pPr marL="3657600" lvl="7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8pPr>
            <a:lvl9pPr marL="4114800" lvl="8" indent="-360045" algn="l">
              <a:spcBef>
                <a:spcPts val="600"/>
              </a:spcBef>
              <a:spcAft>
                <a:spcPts val="600"/>
              </a:spcAft>
              <a:buSzPts val="207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6"/>
          <p:cNvSpPr txBox="1">
            <a:spLocks noGrp="1"/>
          </p:cNvSpPr>
          <p:nvPr>
            <p:ph type="dt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7" name="Google Shape;137;p26"/>
          <p:cNvSpPr txBox="1">
            <a:spLocks noGrp="1"/>
          </p:cNvSpPr>
          <p:nvPr>
            <p:ph type="ft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26"/>
          <p:cNvSpPr txBox="1">
            <a:spLocks noGrp="1"/>
          </p:cNvSpPr>
          <p:nvPr>
            <p:ph type="sldNum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39" name="Google Shape;139;p26"/>
          <p:cNvCxnSpPr/>
          <p:nvPr/>
        </p:nvCxnSpPr>
        <p:spPr>
          <a:xfrm>
            <a:off x="1396169" y="2421466"/>
            <a:ext cx="9407298" cy="0"/>
          </a:xfrm>
          <a:prstGeom prst="straightConnector1">
            <a:avLst/>
          </a:prstGeom>
          <a:noFill/>
          <a:ln w="158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7"/>
          <p:cNvSpPr txBox="1">
            <a:spLocks noGrp="1"/>
          </p:cNvSpPr>
          <p:nvPr>
            <p:ph type="title"/>
          </p:nvPr>
        </p:nvSpPr>
        <p:spPr>
          <a:xfrm rot="5400000">
            <a:off x="7497936" y="2483551"/>
            <a:ext cx="4893735" cy="1890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p27"/>
          <p:cNvSpPr txBox="1">
            <a:spLocks noGrp="1"/>
          </p:cNvSpPr>
          <p:nvPr>
            <p:ph type="body" idx="1"/>
          </p:nvPr>
        </p:nvSpPr>
        <p:spPr>
          <a:xfrm rot="5400000">
            <a:off x="2565043" y="-287514"/>
            <a:ext cx="4893734" cy="7433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60045" algn="l">
              <a:spcBef>
                <a:spcPts val="360"/>
              </a:spcBef>
              <a:spcAft>
                <a:spcPts val="0"/>
              </a:spcAft>
              <a:buSzPts val="2070"/>
              <a:buChar char="•"/>
              <a:defRPr/>
            </a:lvl1pPr>
            <a:lvl2pPr marL="914400" lvl="1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2pPr>
            <a:lvl3pPr marL="1371600" lvl="2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3pPr>
            <a:lvl4pPr marL="1828800" lvl="3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4pPr>
            <a:lvl5pPr marL="2286000" lvl="4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5pPr>
            <a:lvl6pPr marL="2743200" lvl="5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6pPr>
            <a:lvl7pPr marL="3200400" lvl="6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7pPr>
            <a:lvl8pPr marL="3657600" lvl="7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8pPr>
            <a:lvl9pPr marL="4114800" lvl="8" indent="-360045" algn="l">
              <a:spcBef>
                <a:spcPts val="600"/>
              </a:spcBef>
              <a:spcAft>
                <a:spcPts val="600"/>
              </a:spcAft>
              <a:buSzPts val="2070"/>
              <a:buChar char="•"/>
              <a:defRPr/>
            </a:lvl9pPr>
          </a:lstStyle>
          <a:p>
            <a:endParaRPr/>
          </a:p>
        </p:txBody>
      </p:sp>
      <p:sp>
        <p:nvSpPr>
          <p:cNvPr id="143" name="Google Shape;143;p27"/>
          <p:cNvSpPr txBox="1">
            <a:spLocks noGrp="1"/>
          </p:cNvSpPr>
          <p:nvPr>
            <p:ph type="dt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4" name="Google Shape;144;p27"/>
          <p:cNvSpPr txBox="1">
            <a:spLocks noGrp="1"/>
          </p:cNvSpPr>
          <p:nvPr>
            <p:ph type="ft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5" name="Google Shape;145;p27"/>
          <p:cNvSpPr txBox="1">
            <a:spLocks noGrp="1"/>
          </p:cNvSpPr>
          <p:nvPr>
            <p:ph type="sldNum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46" name="Google Shape;146;p27"/>
          <p:cNvCxnSpPr/>
          <p:nvPr/>
        </p:nvCxnSpPr>
        <p:spPr>
          <a:xfrm>
            <a:off x="8863890" y="990600"/>
            <a:ext cx="0" cy="4876800"/>
          </a:xfrm>
          <a:prstGeom prst="straightConnector1">
            <a:avLst/>
          </a:prstGeom>
          <a:noFill/>
          <a:ln w="158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3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9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oogle Shape;6;p10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7" name="Google Shape;7;p10" descr="HD-PanelContent.png"/>
            <p:cNvPicPr preferRelativeResize="0"/>
            <p:nvPr/>
          </p:nvPicPr>
          <p:blipFill rotWithShape="1">
            <a:blip r:embed="rId20">
              <a:alphaModFix/>
            </a:blip>
            <a:srcRect/>
            <a:stretch/>
          </p:blipFill>
          <p:spPr>
            <a:xfrm>
              <a:off x="0" y="0"/>
              <a:ext cx="12188825" cy="685621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" name="Google Shape;8;p10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9" name="Google Shape;9;p10" descr="HDRibbonContent-UniformTrim.png"/>
            <p:cNvPicPr preferRelativeResize="0"/>
            <p:nvPr/>
          </p:nvPicPr>
          <p:blipFill rotWithShape="1">
            <a:blip r:embed="rId21">
              <a:alphaModFix/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" name="Google Shape;10;p10" descr="HDRibbonContent-UniformTrim.png"/>
            <p:cNvPicPr preferRelativeResize="0"/>
            <p:nvPr/>
          </p:nvPicPr>
          <p:blipFill rotWithShape="1">
            <a:blip r:embed="rId21">
              <a:alphaModFix/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" name="Google Shape;11;p10"/>
          <p:cNvSpPr txBox="1"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Garamond"/>
              <a:buNone/>
              <a:defRPr sz="4400" b="0" i="0" u="none" strike="noStrike" cap="none">
                <a:solidFill>
                  <a:srgbClr val="262626"/>
                </a:solidFill>
                <a:latin typeface="Garamond"/>
                <a:ea typeface="Garamond"/>
                <a:cs typeface="Garamond"/>
                <a:sym typeface="Garamond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p10"/>
          <p:cNvSpPr txBox="1"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3860" algn="l" rtl="0">
              <a:spcBef>
                <a:spcPts val="480"/>
              </a:spcBef>
              <a:spcAft>
                <a:spcPts val="0"/>
              </a:spcAft>
              <a:buClr>
                <a:schemeClr val="accent1"/>
              </a:buClr>
              <a:buSzPts val="2760"/>
              <a:buFont typeface="Arial"/>
              <a:buChar char="•"/>
              <a:defRPr sz="2400" b="0" i="0" u="none" strike="noStrike" cap="none">
                <a:solidFill>
                  <a:srgbClr val="262626"/>
                </a:solidFill>
                <a:latin typeface="Garamond"/>
                <a:ea typeface="Garamond"/>
                <a:cs typeface="Garamond"/>
                <a:sym typeface="Garamond"/>
              </a:defRPr>
            </a:lvl1pPr>
            <a:lvl2pPr marL="914400" marR="0" lvl="1" indent="-374650" algn="l" rtl="0"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2300"/>
              <a:buFont typeface="Arial"/>
              <a:buChar char="•"/>
              <a:defRPr sz="2000" b="0" i="0" u="none" strike="noStrike" cap="none">
                <a:solidFill>
                  <a:srgbClr val="262626"/>
                </a:solidFill>
                <a:latin typeface="Garamond"/>
                <a:ea typeface="Garamond"/>
                <a:cs typeface="Garamond"/>
                <a:sym typeface="Garamond"/>
              </a:defRPr>
            </a:lvl2pPr>
            <a:lvl3pPr marL="1371600" marR="0" lvl="2" indent="-360044" algn="l" rtl="0"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2070"/>
              <a:buFont typeface="Arial"/>
              <a:buChar char="•"/>
              <a:defRPr sz="1800" b="0" i="0" u="none" strike="noStrike" cap="none">
                <a:solidFill>
                  <a:srgbClr val="262626"/>
                </a:solidFill>
                <a:latin typeface="Garamond"/>
                <a:ea typeface="Garamond"/>
                <a:cs typeface="Garamond"/>
                <a:sym typeface="Garamond"/>
              </a:defRPr>
            </a:lvl3pPr>
            <a:lvl4pPr marL="1828800" marR="0" lvl="3" indent="-345439" algn="l" rtl="0"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84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Garamond"/>
                <a:ea typeface="Garamond"/>
                <a:cs typeface="Garamond"/>
                <a:sym typeface="Garamond"/>
              </a:defRPr>
            </a:lvl4pPr>
            <a:lvl5pPr marL="2286000" marR="0" lvl="4" indent="-330835" algn="l" rtl="0"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610"/>
              <a:buFont typeface="Arial"/>
              <a:buChar char="•"/>
              <a:defRPr sz="1400" b="0" i="0" u="none" strike="noStrike" cap="none">
                <a:solidFill>
                  <a:srgbClr val="262626"/>
                </a:solidFill>
                <a:latin typeface="Garamond"/>
                <a:ea typeface="Garamond"/>
                <a:cs typeface="Garamond"/>
                <a:sym typeface="Garamond"/>
              </a:defRPr>
            </a:lvl5pPr>
            <a:lvl6pPr marL="2743200" marR="0" lvl="5" indent="-330835" algn="l" rtl="0"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610"/>
              <a:buFont typeface="Arial"/>
              <a:buChar char="•"/>
              <a:defRPr sz="1400" b="0" i="0" u="none" strike="noStrike" cap="none">
                <a:solidFill>
                  <a:srgbClr val="262626"/>
                </a:solidFill>
                <a:latin typeface="Garamond"/>
                <a:ea typeface="Garamond"/>
                <a:cs typeface="Garamond"/>
                <a:sym typeface="Garamond"/>
              </a:defRPr>
            </a:lvl6pPr>
            <a:lvl7pPr marL="3200400" marR="0" lvl="6" indent="-330835" algn="l" rtl="0"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610"/>
              <a:buFont typeface="Arial"/>
              <a:buChar char="•"/>
              <a:defRPr sz="1400" b="0" i="0" u="none" strike="noStrike" cap="none">
                <a:solidFill>
                  <a:srgbClr val="262626"/>
                </a:solidFill>
                <a:latin typeface="Garamond"/>
                <a:ea typeface="Garamond"/>
                <a:cs typeface="Garamond"/>
                <a:sym typeface="Garamond"/>
              </a:defRPr>
            </a:lvl7pPr>
            <a:lvl8pPr marL="3657600" marR="0" lvl="7" indent="-330834" algn="l" rtl="0"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610"/>
              <a:buFont typeface="Arial"/>
              <a:buChar char="•"/>
              <a:defRPr sz="1400" b="0" i="0" u="none" strike="noStrike" cap="none">
                <a:solidFill>
                  <a:srgbClr val="262626"/>
                </a:solidFill>
                <a:latin typeface="Garamond"/>
                <a:ea typeface="Garamond"/>
                <a:cs typeface="Garamond"/>
                <a:sym typeface="Garamond"/>
              </a:defRPr>
            </a:lvl8pPr>
            <a:lvl9pPr marL="4114800" marR="0" lvl="8" indent="-330834" algn="l" rtl="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Pts val="1610"/>
              <a:buFont typeface="Arial"/>
              <a:buChar char="•"/>
              <a:defRPr sz="1400" b="0" i="0" u="none" strike="noStrike" cap="none">
                <a:solidFill>
                  <a:srgbClr val="262626"/>
                </a:solidFill>
                <a:latin typeface="Garamond"/>
                <a:ea typeface="Garamond"/>
                <a:cs typeface="Garamond"/>
                <a:sym typeface="Garamond"/>
              </a:defRPr>
            </a:lvl9pPr>
          </a:lstStyle>
          <a:p>
            <a:endParaRPr/>
          </a:p>
        </p:txBody>
      </p:sp>
      <p:sp>
        <p:nvSpPr>
          <p:cNvPr id="13" name="Google Shape;13;p10"/>
          <p:cNvSpPr txBox="1">
            <a:spLocks noGrp="1"/>
          </p:cNvSpPr>
          <p:nvPr>
            <p:ph type="dt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9pPr>
          </a:lstStyle>
          <a:p>
            <a:endParaRPr/>
          </a:p>
        </p:txBody>
      </p:sp>
      <p:sp>
        <p:nvSpPr>
          <p:cNvPr id="14" name="Google Shape;14;p10"/>
          <p:cNvSpPr txBox="1">
            <a:spLocks noGrp="1"/>
          </p:cNvSpPr>
          <p:nvPr>
            <p:ph type="ft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9pPr>
          </a:lstStyle>
          <a:p>
            <a:endParaRPr/>
          </a:p>
        </p:txBody>
      </p:sp>
      <p:sp>
        <p:nvSpPr>
          <p:cNvPr id="15" name="Google Shape;15;p10"/>
          <p:cNvSpPr txBox="1">
            <a:spLocks noGrp="1"/>
          </p:cNvSpPr>
          <p:nvPr>
            <p:ph type="sldNum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1pPr>
            <a:lvl2pPr marL="0" marR="0" lvl="1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2pPr>
            <a:lvl3pPr marL="0" marR="0" lvl="2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3pPr>
            <a:lvl4pPr marL="0" marR="0" lvl="3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4pPr>
            <a:lvl5pPr marL="0" marR="0" lvl="4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5pPr>
            <a:lvl6pPr marL="0" marR="0" lvl="5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6pPr>
            <a:lvl7pPr marL="0" marR="0" lvl="6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7pPr>
            <a:lvl8pPr marL="0" marR="0" lvl="7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8pPr>
            <a:lvl9pPr marL="0" marR="0" lvl="8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divvy-tripdata.s3.amazonaws.com/202306-divvy-tripdata.zip" TargetMode="External"/><Relationship Id="rId13" Type="http://schemas.openxmlformats.org/officeDocument/2006/relationships/hyperlink" Target="https://divvy-tripdata.s3.amazonaws.com/202311-divvy-tripdata.zip" TargetMode="External"/><Relationship Id="rId3" Type="http://schemas.openxmlformats.org/officeDocument/2006/relationships/hyperlink" Target="https://divvy-tripdata.s3.amazonaws.com/202301-divvy-tripdata.zip" TargetMode="External"/><Relationship Id="rId7" Type="http://schemas.openxmlformats.org/officeDocument/2006/relationships/hyperlink" Target="https://divvy-tripdata.s3.amazonaws.com/202305-divvy-tripdata.zip" TargetMode="External"/><Relationship Id="rId12" Type="http://schemas.openxmlformats.org/officeDocument/2006/relationships/hyperlink" Target="https://divvy-tripdata.s3.amazonaws.com/202310-divvy-tripdata.zip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ivvy-tripdata.s3.amazonaws.com/202304-divvy-tripdata.zip" TargetMode="External"/><Relationship Id="rId11" Type="http://schemas.openxmlformats.org/officeDocument/2006/relationships/hyperlink" Target="https://divvy-tripdata.s3.amazonaws.com/202309-divvy-tripdata.zip" TargetMode="External"/><Relationship Id="rId5" Type="http://schemas.openxmlformats.org/officeDocument/2006/relationships/hyperlink" Target="https://divvy-tripdata.s3.amazonaws.com/202303-divvy-tripdata.zip" TargetMode="External"/><Relationship Id="rId10" Type="http://schemas.openxmlformats.org/officeDocument/2006/relationships/hyperlink" Target="https://divvy-tripdata.s3.amazonaws.com/202308-divvy-tripdata.zip" TargetMode="External"/><Relationship Id="rId4" Type="http://schemas.openxmlformats.org/officeDocument/2006/relationships/hyperlink" Target="https://divvy-tripdata.s3.amazonaws.com/202302-divvy-tripdata.zip" TargetMode="External"/><Relationship Id="rId9" Type="http://schemas.openxmlformats.org/officeDocument/2006/relationships/hyperlink" Target="https://divvy-tripdata.s3.amazonaws.com/202307-divvy-tripdata.zip" TargetMode="External"/><Relationship Id="rId14" Type="http://schemas.openxmlformats.org/officeDocument/2006/relationships/hyperlink" Target="https://divvy-tripdata.s3.amazonaws.com/202312-divvy-tripdata.zip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"/>
          <p:cNvSpPr txBox="1"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5400"/>
              <a:buFont typeface="Garamond"/>
              <a:buNone/>
            </a:pPr>
            <a:r>
              <a:rPr lang="en-US"/>
              <a:t>Cyclistic Case Study</a:t>
            </a:r>
            <a:endParaRPr/>
          </a:p>
        </p:txBody>
      </p:sp>
      <p:sp>
        <p:nvSpPr>
          <p:cNvPr id="152" name="Google Shape;152;p1"/>
          <p:cNvSpPr txBox="1"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2415"/>
              <a:buNone/>
            </a:pPr>
            <a:r>
              <a:rPr lang="en-US"/>
              <a:t>By: Alfred Abraham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"/>
          <p:cNvSpPr txBox="1"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Garamond"/>
              <a:buNone/>
            </a:pPr>
            <a:r>
              <a:rPr lang="en-US"/>
              <a:t>Introduction</a:t>
            </a:r>
            <a:endParaRPr/>
          </a:p>
        </p:txBody>
      </p:sp>
      <p:sp>
        <p:nvSpPr>
          <p:cNvPr id="158" name="Google Shape;158;p2"/>
          <p:cNvSpPr txBox="1"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SzPts val="2070"/>
              <a:buChar char="•"/>
            </a:pPr>
            <a:r>
              <a:rPr lang="en-US" sz="1800" dirty="0" err="1"/>
              <a:t>Cyclistic</a:t>
            </a:r>
            <a:r>
              <a:rPr lang="en-US" sz="1800" dirty="0"/>
              <a:t> is a bike-share program that has more than 5800 bicycles and 600 docking stations in Chicago </a:t>
            </a:r>
            <a:endParaRPr dirty="0"/>
          </a:p>
          <a:p>
            <a:pPr marL="285750" lvl="0" indent="-285750" algn="l" rtl="0">
              <a:spcBef>
                <a:spcPts val="960"/>
              </a:spcBef>
              <a:spcAft>
                <a:spcPts val="0"/>
              </a:spcAft>
              <a:buSzPts val="2070"/>
              <a:buChar char="•"/>
            </a:pPr>
            <a:r>
              <a:rPr lang="en-US" sz="1800" dirty="0"/>
              <a:t>The company offers its customers three biking products: electric bikes, classic bikes, and docked bikes </a:t>
            </a:r>
            <a:endParaRPr dirty="0"/>
          </a:p>
          <a:p>
            <a:pPr marL="285750" lvl="0" indent="-285750" algn="l" rtl="0">
              <a:spcBef>
                <a:spcPts val="960"/>
              </a:spcBef>
              <a:spcAft>
                <a:spcPts val="0"/>
              </a:spcAft>
              <a:buSzPts val="2070"/>
              <a:buChar char="•"/>
            </a:pPr>
            <a:r>
              <a:rPr lang="en-US" sz="1800" dirty="0"/>
              <a:t>The customer base for </a:t>
            </a:r>
            <a:r>
              <a:rPr lang="en-US" sz="1800" dirty="0" err="1"/>
              <a:t>Cyclistic</a:t>
            </a:r>
            <a:r>
              <a:rPr lang="en-US" sz="1800" dirty="0"/>
              <a:t> can be separated into two categories: casual riders and members</a:t>
            </a:r>
            <a:endParaRPr sz="1800" dirty="0"/>
          </a:p>
          <a:p>
            <a:pPr marL="742950" lvl="1" indent="-268605" algn="l" rtl="0">
              <a:spcBef>
                <a:spcPts val="960"/>
              </a:spcBef>
              <a:spcAft>
                <a:spcPts val="0"/>
              </a:spcAft>
              <a:buSzPts val="1800"/>
              <a:buChar char="•"/>
            </a:pPr>
            <a:r>
              <a:rPr lang="en-US" sz="1800" dirty="0"/>
              <a:t>Casual riders: Customers who only utilize </a:t>
            </a:r>
            <a:r>
              <a:rPr lang="en-US" sz="1800" dirty="0" err="1"/>
              <a:t>Cyclistic’s</a:t>
            </a:r>
            <a:r>
              <a:rPr lang="en-US" sz="1800" dirty="0"/>
              <a:t> single-ride or full-day passes</a:t>
            </a:r>
            <a:endParaRPr sz="1800" dirty="0"/>
          </a:p>
          <a:p>
            <a:pPr marL="742950" lvl="1" indent="-268605" algn="l" rtl="0">
              <a:spcBef>
                <a:spcPts val="960"/>
              </a:spcBef>
              <a:spcAft>
                <a:spcPts val="0"/>
              </a:spcAft>
              <a:buSzPts val="1800"/>
              <a:buChar char="•"/>
            </a:pPr>
            <a:r>
              <a:rPr lang="en-US" sz="1800" dirty="0"/>
              <a:t>Members: Customers who purchase annual memberships</a:t>
            </a:r>
            <a:endParaRPr dirty="0"/>
          </a:p>
          <a:p>
            <a:pPr marL="285750" lvl="0" indent="-285750" algn="l" rtl="0">
              <a:spcBef>
                <a:spcPts val="960"/>
              </a:spcBef>
              <a:spcAft>
                <a:spcPts val="0"/>
              </a:spcAft>
              <a:buSzPts val="2070"/>
              <a:buChar char="•"/>
            </a:pPr>
            <a:r>
              <a:rPr lang="en-US" sz="1800" dirty="0" err="1"/>
              <a:t>Cyclistic</a:t>
            </a:r>
            <a:r>
              <a:rPr lang="en-US" sz="1800" dirty="0"/>
              <a:t> has begun to focus on converting casual riders into members </a:t>
            </a:r>
            <a:r>
              <a:rPr lang="en-US" sz="1800"/>
              <a:t>since financial analysis </a:t>
            </a:r>
            <a:r>
              <a:rPr lang="en-US" sz="1800" dirty="0"/>
              <a:t>show that members are the more profitable customer segment</a:t>
            </a:r>
            <a:endParaRPr dirty="0"/>
          </a:p>
          <a:p>
            <a:pPr marL="285750" lvl="0" indent="-154305" algn="l" rtl="0">
              <a:spcBef>
                <a:spcPts val="960"/>
              </a:spcBef>
              <a:spcAft>
                <a:spcPts val="0"/>
              </a:spcAft>
              <a:buSzPts val="2070"/>
              <a:buNone/>
            </a:pPr>
            <a:endParaRPr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"/>
          <p:cNvSpPr txBox="1"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Garamond"/>
              <a:buNone/>
            </a:pPr>
            <a:r>
              <a:rPr lang="en-US"/>
              <a:t>Business Task </a:t>
            </a:r>
            <a:endParaRPr/>
          </a:p>
        </p:txBody>
      </p:sp>
      <p:sp>
        <p:nvSpPr>
          <p:cNvPr id="164" name="Google Shape;164;p3"/>
          <p:cNvSpPr txBox="1">
            <a:spLocks noGrp="1"/>
          </p:cNvSpPr>
          <p:nvPr>
            <p:ph type="body" idx="1"/>
          </p:nvPr>
        </p:nvSpPr>
        <p:spPr>
          <a:xfrm>
            <a:off x="1295402" y="2556968"/>
            <a:ext cx="9601200" cy="3716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25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ct val="55200"/>
              <a:buNone/>
            </a:pPr>
            <a:r>
              <a:rPr lang="en-US" sz="6800" b="1" dirty="0"/>
              <a:t>Essential Question:</a:t>
            </a:r>
            <a:r>
              <a:rPr lang="en-US" sz="6800" dirty="0"/>
              <a:t> </a:t>
            </a:r>
            <a:endParaRPr sz="68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ct val="115000"/>
              <a:buNone/>
            </a:pPr>
            <a:endParaRPr sz="68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ct val="115000"/>
              <a:buNone/>
            </a:pPr>
            <a:endParaRPr sz="68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ct val="69000"/>
              <a:buNone/>
            </a:pPr>
            <a:r>
              <a:rPr lang="en-US" sz="6800" dirty="0"/>
              <a:t>How do members and casual riders uses </a:t>
            </a:r>
            <a:r>
              <a:rPr lang="en-US" sz="6800" dirty="0" err="1"/>
              <a:t>Cyclistic</a:t>
            </a:r>
            <a:r>
              <a:rPr lang="en-US" sz="6800" dirty="0"/>
              <a:t> bikes differently and what can be done to convert casual riders into members?</a:t>
            </a:r>
            <a:endParaRPr sz="6800" dirty="0"/>
          </a:p>
          <a:p>
            <a:pPr marL="0" lvl="0" indent="0" algn="l" rtl="0">
              <a:spcBef>
                <a:spcPts val="960"/>
              </a:spcBef>
              <a:spcAft>
                <a:spcPts val="0"/>
              </a:spcAft>
              <a:buSzPct val="115000"/>
              <a:buNone/>
            </a:pPr>
            <a:endParaRPr sz="6800" dirty="0"/>
          </a:p>
          <a:p>
            <a:pPr marL="0" lvl="0" indent="0" algn="l" rtl="0">
              <a:spcBef>
                <a:spcPts val="960"/>
              </a:spcBef>
              <a:spcAft>
                <a:spcPts val="0"/>
              </a:spcAft>
              <a:buSzPct val="55200"/>
              <a:buNone/>
            </a:pPr>
            <a:r>
              <a:rPr lang="en-US" sz="6800" b="1" dirty="0"/>
              <a:t>Key Stakeholders:        </a:t>
            </a:r>
            <a:endParaRPr sz="6800" b="1" dirty="0"/>
          </a:p>
          <a:p>
            <a:pPr marL="0" lvl="0" indent="0" algn="l" rtl="0">
              <a:spcBef>
                <a:spcPts val="960"/>
              </a:spcBef>
              <a:spcAft>
                <a:spcPts val="0"/>
              </a:spcAft>
              <a:buSzPct val="115000"/>
              <a:buNone/>
            </a:pPr>
            <a:endParaRPr sz="6800" dirty="0"/>
          </a:p>
          <a:p>
            <a:pPr marL="0" lvl="0" indent="0" algn="l" rtl="0">
              <a:spcBef>
                <a:spcPts val="960"/>
              </a:spcBef>
              <a:spcAft>
                <a:spcPts val="0"/>
              </a:spcAft>
              <a:buSzPct val="67868"/>
              <a:buNone/>
            </a:pPr>
            <a:r>
              <a:rPr lang="en-US" sz="6800" dirty="0" err="1"/>
              <a:t>Cyclistic</a:t>
            </a:r>
            <a:r>
              <a:rPr lang="en-US" sz="6800" dirty="0"/>
              <a:t> marketing team</a:t>
            </a:r>
            <a:endParaRPr sz="6800" dirty="0"/>
          </a:p>
          <a:p>
            <a:pPr marL="0" lvl="0" indent="0" algn="l" rtl="0">
              <a:spcBef>
                <a:spcPts val="960"/>
              </a:spcBef>
              <a:spcAft>
                <a:spcPts val="0"/>
              </a:spcAft>
              <a:buSzPct val="115000"/>
              <a:buNone/>
            </a:pPr>
            <a:endParaRPr sz="6800" dirty="0"/>
          </a:p>
          <a:p>
            <a:pPr marL="0" lvl="0" indent="0" algn="l" rtl="0">
              <a:spcBef>
                <a:spcPts val="960"/>
              </a:spcBef>
              <a:spcAft>
                <a:spcPts val="0"/>
              </a:spcAft>
              <a:buSzPct val="55200"/>
              <a:buNone/>
            </a:pPr>
            <a:r>
              <a:rPr lang="en-US" sz="6800" b="1" dirty="0"/>
              <a:t>Business Task: </a:t>
            </a:r>
            <a:endParaRPr sz="6800" dirty="0"/>
          </a:p>
          <a:p>
            <a:pPr marL="0" lvl="0" indent="0" algn="l" rtl="0">
              <a:spcBef>
                <a:spcPts val="960"/>
              </a:spcBef>
              <a:spcAft>
                <a:spcPts val="0"/>
              </a:spcAft>
              <a:buSzPct val="62727"/>
              <a:buNone/>
            </a:pPr>
            <a:r>
              <a:rPr lang="en-US" sz="6800" dirty="0"/>
              <a:t>Collect data on how Members and Casual Riders use the bikes and develop a strategy to covert Casual Riders into Members based on the findings. </a:t>
            </a:r>
            <a:endParaRPr sz="6800" dirty="0"/>
          </a:p>
          <a:p>
            <a:pPr marL="0" lvl="0" indent="0" algn="l" rtl="0">
              <a:spcBef>
                <a:spcPts val="960"/>
              </a:spcBef>
              <a:spcAft>
                <a:spcPts val="0"/>
              </a:spcAft>
              <a:buSzPct val="115000"/>
              <a:buNone/>
            </a:pPr>
            <a:endParaRPr sz="5600" dirty="0"/>
          </a:p>
          <a:p>
            <a:pPr marL="0" lvl="0" indent="0" algn="l" rtl="0">
              <a:spcBef>
                <a:spcPts val="960"/>
              </a:spcBef>
              <a:spcAft>
                <a:spcPts val="0"/>
              </a:spcAft>
              <a:buSzPct val="115000"/>
              <a:buNone/>
            </a:pPr>
            <a:endParaRPr sz="1800" dirty="0"/>
          </a:p>
          <a:p>
            <a:pPr marL="0" lvl="0" indent="0" algn="l" rtl="0">
              <a:spcBef>
                <a:spcPts val="960"/>
              </a:spcBef>
              <a:spcAft>
                <a:spcPts val="0"/>
              </a:spcAft>
              <a:buSzPct val="115000"/>
              <a:buNone/>
            </a:pPr>
            <a:endParaRPr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"/>
          <p:cNvSpPr txBox="1"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Garamond"/>
              <a:buNone/>
            </a:pPr>
            <a:r>
              <a:rPr lang="en-US"/>
              <a:t>Steps for Collecting Data and Analysis</a:t>
            </a:r>
            <a:endParaRPr/>
          </a:p>
        </p:txBody>
      </p:sp>
      <p:sp>
        <p:nvSpPr>
          <p:cNvPr id="170" name="Google Shape;170;p5"/>
          <p:cNvSpPr txBox="1"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2070"/>
              <a:buAutoNum type="arabicPeriod"/>
            </a:pPr>
            <a:r>
              <a:rPr lang="en-US" sz="1800" dirty="0"/>
              <a:t>Create a table on </a:t>
            </a:r>
            <a:r>
              <a:rPr lang="en-US" sz="1800" dirty="0" err="1"/>
              <a:t>Postgre</a:t>
            </a:r>
            <a:r>
              <a:rPr lang="en-US" sz="1800" dirty="0"/>
              <a:t> SQL with all the columns common to the 12 datasets (i.e. </a:t>
            </a:r>
            <a:r>
              <a:rPr lang="en-US" sz="1800" dirty="0" err="1"/>
              <a:t>ride_id</a:t>
            </a:r>
            <a:r>
              <a:rPr lang="en-US" sz="1800" dirty="0"/>
              <a:t>, </a:t>
            </a:r>
            <a:r>
              <a:rPr lang="en-US" sz="1800" dirty="0" err="1"/>
              <a:t>rideable_type</a:t>
            </a:r>
            <a:r>
              <a:rPr lang="en-US" sz="1800" dirty="0"/>
              <a:t>, </a:t>
            </a:r>
            <a:r>
              <a:rPr lang="en-US" sz="1800" dirty="0" err="1"/>
              <a:t>member_casual</a:t>
            </a:r>
            <a:r>
              <a:rPr lang="en-US" sz="1800" dirty="0"/>
              <a:t>) and import all the datasets into the table. 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2070"/>
              <a:buAutoNum type="arabicPeriod"/>
            </a:pPr>
            <a:r>
              <a:rPr lang="en-US" sz="1800" dirty="0"/>
              <a:t>Engineer new columns using SQL such as </a:t>
            </a:r>
            <a:r>
              <a:rPr lang="en-US" sz="1800" dirty="0" err="1"/>
              <a:t>ride_length_minutes</a:t>
            </a:r>
            <a:r>
              <a:rPr lang="en-US" sz="1800" dirty="0"/>
              <a:t>, </a:t>
            </a:r>
            <a:r>
              <a:rPr lang="en-US" sz="1800" dirty="0" err="1"/>
              <a:t>month_name</a:t>
            </a:r>
            <a:r>
              <a:rPr lang="en-US" sz="1800" dirty="0"/>
              <a:t>, </a:t>
            </a:r>
            <a:r>
              <a:rPr lang="en-US" sz="1800" dirty="0" err="1"/>
              <a:t>month_number</a:t>
            </a:r>
            <a:r>
              <a:rPr lang="en-US" sz="1800" dirty="0"/>
              <a:t>, </a:t>
            </a:r>
            <a:r>
              <a:rPr lang="en-US" sz="1800" dirty="0" err="1"/>
              <a:t>day_of_week_name</a:t>
            </a:r>
            <a:r>
              <a:rPr lang="en-US" sz="1800" dirty="0"/>
              <a:t>, and </a:t>
            </a:r>
            <a:r>
              <a:rPr lang="en-US" sz="1800" dirty="0" err="1"/>
              <a:t>ride_hour</a:t>
            </a:r>
            <a:r>
              <a:rPr lang="en-US" sz="1800" dirty="0"/>
              <a:t> that make it easier to generate insights from the data. 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2070"/>
              <a:buAutoNum type="arabicPeriod"/>
            </a:pPr>
            <a:r>
              <a:rPr lang="en-US" sz="1800" dirty="0"/>
              <a:t>Create and execute SQL queries that calculate monthly trip trends, trips by days of the week, average ride length, bike type usage and usage by hour of the day. 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2070"/>
              <a:buAutoNum type="arabicPeriod"/>
            </a:pPr>
            <a:r>
              <a:rPr lang="en-US" sz="1800" dirty="0"/>
              <a:t>Export query outputs in csv format and use Excel to create pivot charts and tables based on them. 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2070"/>
              <a:buAutoNum type="arabicPeriod"/>
            </a:pPr>
            <a:r>
              <a:rPr lang="en-US" sz="1800" dirty="0"/>
              <a:t>Draw conclusions from the findings that can be used to create business recommendations. </a:t>
            </a:r>
            <a:br>
              <a:rPr lang="en-US" sz="1800" dirty="0"/>
            </a:br>
            <a:endParaRPr sz="1800" dirty="0"/>
          </a:p>
          <a:p>
            <a:pPr marL="342900" lvl="0" indent="-211455" algn="l" rtl="0">
              <a:spcBef>
                <a:spcPts val="960"/>
              </a:spcBef>
              <a:spcAft>
                <a:spcPts val="0"/>
              </a:spcAft>
              <a:buSzPts val="2070"/>
              <a:buNone/>
            </a:pPr>
            <a:endParaRPr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6"/>
          <p:cNvSpPr txBox="1"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Garamond"/>
              <a:buNone/>
            </a:pPr>
            <a:r>
              <a:rPr lang="en-US" dirty="0"/>
              <a:t>Results and Analysis Part 1 </a:t>
            </a:r>
            <a:endParaRPr dirty="0"/>
          </a:p>
        </p:txBody>
      </p:sp>
      <p:sp>
        <p:nvSpPr>
          <p:cNvPr id="176" name="Google Shape;176;p6"/>
          <p:cNvSpPr txBox="1"/>
          <p:nvPr/>
        </p:nvSpPr>
        <p:spPr>
          <a:xfrm>
            <a:off x="2675965" y="5104177"/>
            <a:ext cx="6840070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rPr>
              <a:t>Members make more bike trips every month than casual riders. However, the number of bike trips peak during the summer months for both categories of users (August for members , July for casual riders) and is a minimum during the winter months. </a:t>
            </a:r>
            <a:endParaRPr dirty="0"/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78A93017-A638-BF11-3C03-AA9A7B01A9F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97903190"/>
              </p:ext>
            </p:extLst>
          </p:nvPr>
        </p:nvGraphicFramePr>
        <p:xfrm>
          <a:off x="3699933" y="2506134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C37CD-A928-981C-575C-BC903527A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and Analysis Part 2</a:t>
            </a: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D6923DA8-6AE5-1E2E-367F-2344D93EA9D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97815435"/>
              </p:ext>
            </p:extLst>
          </p:nvPr>
        </p:nvGraphicFramePr>
        <p:xfrm>
          <a:off x="3278716" y="2564979"/>
          <a:ext cx="4815417" cy="27829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40F7981-C85F-A33D-ED12-B787DF94CB47}"/>
              </a:ext>
            </a:extLst>
          </p:cNvPr>
          <p:cNvSpPr txBox="1"/>
          <p:nvPr/>
        </p:nvSpPr>
        <p:spPr>
          <a:xfrm>
            <a:off x="2743200" y="5347971"/>
            <a:ext cx="5232400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Garamond" panose="02020404030301010803" pitchFamily="18" charset="0"/>
              </a:rPr>
              <a:t>While both groups of users ride the bikes most often during the weekdays, casual riders make a higher percentage of weekend trips. </a:t>
            </a:r>
          </a:p>
        </p:txBody>
      </p:sp>
    </p:spTree>
    <p:extLst>
      <p:ext uri="{BB962C8B-B14F-4D97-AF65-F5344CB8AC3E}">
        <p14:creationId xmlns:p14="http://schemas.microsoft.com/office/powerpoint/2010/main" val="32249795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4FCF2-9703-0920-FDFA-382838D4D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and Analysis Part 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23AD4C-1F4D-5D60-24E1-88D7624BC926}"/>
              </a:ext>
            </a:extLst>
          </p:cNvPr>
          <p:cNvSpPr txBox="1"/>
          <p:nvPr/>
        </p:nvSpPr>
        <p:spPr>
          <a:xfrm>
            <a:off x="3810000" y="5181256"/>
            <a:ext cx="45720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Garamond" panose="02020404030301010803" pitchFamily="18" charset="0"/>
              </a:rPr>
              <a:t>Casual riders make significantly longer trips on average, with the longest rides occurring during the summer months. Members maintain roughly the same ride length throughout.</a:t>
            </a: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103B7E17-99CD-0789-0C7B-E665DA4BCC7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1938976"/>
              </p:ext>
            </p:extLst>
          </p:nvPr>
        </p:nvGraphicFramePr>
        <p:xfrm>
          <a:off x="3810000" y="2454989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8874330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7"/>
          <p:cNvSpPr txBox="1"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Garamond"/>
              <a:buNone/>
            </a:pPr>
            <a:r>
              <a:rPr lang="en-US" dirty="0"/>
              <a:t>Results and Analysis Part 4</a:t>
            </a:r>
            <a:endParaRPr dirty="0"/>
          </a:p>
        </p:txBody>
      </p:sp>
      <p:sp>
        <p:nvSpPr>
          <p:cNvPr id="183" name="Google Shape;183;p7"/>
          <p:cNvSpPr txBox="1"/>
          <p:nvPr/>
        </p:nvSpPr>
        <p:spPr>
          <a:xfrm>
            <a:off x="2426944" y="5367869"/>
            <a:ext cx="6329083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Garamond" panose="02020404030301010803" pitchFamily="18" charset="0"/>
              </a:rPr>
              <a:t>There is little difference between casual riders and annual members as far as bike type distribution is concerned. </a:t>
            </a:r>
            <a:endParaRPr sz="1600" dirty="0">
              <a:latin typeface="Garamond" panose="02020404030301010803" pitchFamily="18" charset="0"/>
            </a:endParaRPr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FC782C75-FF9F-1832-C099-5511BD34CFE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91662536"/>
              </p:ext>
            </p:extLst>
          </p:nvPr>
        </p:nvGraphicFramePr>
        <p:xfrm>
          <a:off x="3366770" y="2473540"/>
          <a:ext cx="4668097" cy="28943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908EC4-2A13-BECA-CB1E-933D52E4A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and Analysis Part 5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C03AB314-DA4D-8DCD-7AE2-8B65D47DA59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48216336"/>
              </p:ext>
            </p:extLst>
          </p:nvPr>
        </p:nvGraphicFramePr>
        <p:xfrm>
          <a:off x="3649134" y="259080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CB23CBD-0548-EFEB-C099-8D443D4E7FC3}"/>
              </a:ext>
            </a:extLst>
          </p:cNvPr>
          <p:cNvSpPr txBox="1"/>
          <p:nvPr/>
        </p:nvSpPr>
        <p:spPr>
          <a:xfrm>
            <a:off x="3649134" y="5191753"/>
            <a:ext cx="3869266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Garamond" panose="02020404030301010803" pitchFamily="18" charset="0"/>
              </a:rPr>
              <a:t>Members exhibit two peaks, one at around 8 am and another at around 5 pm. Casual riders exhibit only one peak at around 5 pm. </a:t>
            </a:r>
          </a:p>
        </p:txBody>
      </p:sp>
    </p:spTree>
    <p:extLst>
      <p:ext uri="{BB962C8B-B14F-4D97-AF65-F5344CB8AC3E}">
        <p14:creationId xmlns:p14="http://schemas.microsoft.com/office/powerpoint/2010/main" val="21098839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8"/>
          <p:cNvSpPr txBox="1"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Garamond"/>
              <a:buNone/>
            </a:pPr>
            <a:r>
              <a:rPr lang="en-US"/>
              <a:t>Conclusion </a:t>
            </a:r>
            <a:endParaRPr/>
          </a:p>
        </p:txBody>
      </p:sp>
      <p:sp>
        <p:nvSpPr>
          <p:cNvPr id="190" name="Google Shape;190;p8"/>
          <p:cNvSpPr txBox="1"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SzPts val="2070"/>
              <a:buChar char="•"/>
            </a:pPr>
            <a:r>
              <a:rPr lang="en-US" sz="1800" dirty="0"/>
              <a:t>There are some significant similarities and differences in how annual members and casual riders use the </a:t>
            </a:r>
            <a:r>
              <a:rPr lang="en-US" sz="1800" dirty="0" err="1"/>
              <a:t>Cyclistic</a:t>
            </a:r>
            <a:r>
              <a:rPr lang="en-US" sz="1800" dirty="0"/>
              <a:t> bikes. 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SzPts val="2070"/>
              <a:buChar char="•"/>
            </a:pPr>
            <a:r>
              <a:rPr lang="en-US" sz="1800" dirty="0"/>
              <a:t>Similarities include the following: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2070"/>
              <a:buNone/>
            </a:pPr>
            <a:r>
              <a:rPr lang="en-US" sz="1800" dirty="0"/>
              <a:t>                - Bike usage peaking in the summer months and dropping in the winter months.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2070"/>
              <a:buNone/>
            </a:pPr>
            <a:r>
              <a:rPr lang="en-US" sz="1800" dirty="0"/>
              <a:t>                - Classic bike to electric bike usage being almost 50 – 50. </a:t>
            </a:r>
          </a:p>
          <a:p>
            <a:pPr marL="285750" indent="-285750">
              <a:spcBef>
                <a:spcPts val="0"/>
              </a:spcBef>
            </a:pPr>
            <a:r>
              <a:rPr lang="en-US" sz="1800" dirty="0"/>
              <a:t>Differences include the following: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 dirty="0"/>
              <a:t>                   - Casual riders use bikes more often during </a:t>
            </a:r>
            <a:r>
              <a:rPr lang="en-US" sz="1800"/>
              <a:t>the weekend.</a:t>
            </a:r>
            <a:endParaRPr lang="en-US" sz="1800" dirty="0"/>
          </a:p>
          <a:p>
            <a:pPr marL="0" indent="0">
              <a:spcBef>
                <a:spcPts val="0"/>
              </a:spcBef>
              <a:buNone/>
            </a:pPr>
            <a:r>
              <a:rPr lang="en-US" sz="1800" dirty="0"/>
              <a:t>                   - Casual riders make longer trips on average.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 dirty="0"/>
              <a:t>                   - Casual riders’ trip duration peaks during the summer months, members’ stay steady. </a:t>
            </a:r>
          </a:p>
          <a:p>
            <a:pPr marL="285750" indent="-285750">
              <a:spcBef>
                <a:spcPts val="0"/>
              </a:spcBef>
            </a:pPr>
            <a:r>
              <a:rPr lang="en-US" sz="1800" dirty="0"/>
              <a:t>These findings indicate that casual riders are primarily recreational users rather than commuter-focused users.</a:t>
            </a:r>
          </a:p>
          <a:p>
            <a:pPr marL="285750" indent="-285750">
              <a:spcBef>
                <a:spcPts val="0"/>
              </a:spcBef>
            </a:pPr>
            <a:r>
              <a:rPr lang="en-US" sz="1800" dirty="0" err="1"/>
              <a:t>Cyclistic</a:t>
            </a:r>
            <a:r>
              <a:rPr lang="en-US" sz="1800" dirty="0"/>
              <a:t> should therefore focus on leisure-oriented membership offerings, seasonal or weekend membership plans, and targeted summer marketing campaigns. </a:t>
            </a:r>
          </a:p>
          <a:p>
            <a:pPr marL="285750" indent="-285750">
              <a:spcBef>
                <a:spcPts val="0"/>
              </a:spcBef>
            </a:pPr>
            <a:endParaRPr lang="en-US" sz="18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2070"/>
              <a:buNone/>
            </a:pPr>
            <a:endParaRPr lang="en-US" sz="18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2070"/>
              <a:buNone/>
            </a:pPr>
            <a:endParaRPr lang="en-US" sz="18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2070"/>
              <a:buNone/>
            </a:pPr>
            <a:endParaRPr lang="en-US" sz="18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2070"/>
              <a:buNone/>
            </a:pP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9"/>
          <p:cNvSpPr txBox="1"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Garamond"/>
              <a:buNone/>
            </a:pPr>
            <a:r>
              <a:rPr lang="en-US" dirty="0"/>
              <a:t>Business Recommendations</a:t>
            </a:r>
            <a:endParaRPr dirty="0"/>
          </a:p>
        </p:txBody>
      </p:sp>
      <p:sp>
        <p:nvSpPr>
          <p:cNvPr id="196" name="Google Shape;196;p9"/>
          <p:cNvSpPr txBox="1"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>
              <a:spcBef>
                <a:spcPts val="0"/>
              </a:spcBef>
              <a:buAutoNum type="arabicPeriod"/>
            </a:pPr>
            <a:r>
              <a:rPr lang="en-US" sz="1800" dirty="0"/>
              <a:t> Introduce weekend-focused memberships alongside traditional annual memberships to better appeal to recreational riders.</a:t>
            </a:r>
          </a:p>
          <a:p>
            <a:pPr marL="342900" lvl="0" indent="-342900">
              <a:spcBef>
                <a:spcPts val="0"/>
              </a:spcBef>
              <a:buAutoNum type="arabicPeriod"/>
            </a:pPr>
            <a:r>
              <a:rPr lang="en-US" sz="1800" dirty="0"/>
              <a:t>Deploy targeted app and email promotions to casual riders who take frequent weekend trips, repeatedly use the same stations, or demonstrate longer ride durations.</a:t>
            </a:r>
          </a:p>
          <a:p>
            <a:pPr marL="342900" lvl="0" indent="-342900">
              <a:spcBef>
                <a:spcPts val="0"/>
              </a:spcBef>
              <a:buAutoNum type="arabicPeriod"/>
            </a:pPr>
            <a:r>
              <a:rPr lang="en-US" sz="1800" dirty="0"/>
              <a:t>Shift marketing campaigns toward recreational and leisure-oriented bike usage rather than primarily commuter-focused messaging.</a:t>
            </a:r>
          </a:p>
          <a:p>
            <a:pPr marL="342900" lvl="0" indent="-342900">
              <a:spcBef>
                <a:spcPts val="0"/>
              </a:spcBef>
              <a:buAutoNum type="arabicPeriod"/>
            </a:pPr>
            <a:r>
              <a:rPr lang="en-US" sz="1800" dirty="0"/>
              <a:t>Launch seasonal three-to-four-month membership plans during spring and summer months when casual rider activity peaks.</a:t>
            </a:r>
          </a:p>
          <a:p>
            <a:pPr marL="342900" lvl="0" indent="-342900">
              <a:spcBef>
                <a:spcPts val="0"/>
              </a:spcBef>
              <a:buAutoNum type="arabicPeriod"/>
            </a:pPr>
            <a:endParaRPr lang="en-US" sz="1800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2070"/>
              <a:buAutoNum type="arabicPeriod"/>
            </a:pP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4"/>
          <p:cNvSpPr txBox="1"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Garamond"/>
              <a:buNone/>
            </a:pPr>
            <a:r>
              <a:rPr lang="en-US"/>
              <a:t>Data Sources Used </a:t>
            </a:r>
            <a:endParaRPr/>
          </a:p>
        </p:txBody>
      </p:sp>
      <p:sp>
        <p:nvSpPr>
          <p:cNvPr id="202" name="Google Shape;202;p4"/>
          <p:cNvSpPr txBox="1"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625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ct val="115000"/>
              <a:buNone/>
            </a:pPr>
            <a:r>
              <a:rPr lang="en-US" sz="2200" b="0" i="0" u="sng">
                <a:solidFill>
                  <a:srgbClr val="005580"/>
                </a:solidFill>
                <a:latin typeface="Helvetica Neue"/>
                <a:ea typeface="Helvetica Neue"/>
                <a:cs typeface="Helvetica Neue"/>
                <a:sym typeface="Helvetica Neue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202301-divvy-tripdata.zip</a:t>
            </a:r>
            <a:endParaRPr sz="2200" b="0" i="0" u="sng">
              <a:solidFill>
                <a:srgbClr val="00558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842"/>
              </a:spcBef>
              <a:spcAft>
                <a:spcPts val="0"/>
              </a:spcAft>
              <a:buSzPct val="115000"/>
              <a:buNone/>
            </a:pPr>
            <a:r>
              <a:rPr lang="en-US" sz="2200" b="0" i="0">
                <a:solidFill>
                  <a:srgbClr val="333333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 </a:t>
            </a:r>
            <a:r>
              <a:rPr lang="en-US" sz="2200" b="0" i="0" u="sng">
                <a:solidFill>
                  <a:srgbClr val="005580"/>
                </a:solidFill>
                <a:latin typeface="Helvetica Neue"/>
                <a:ea typeface="Helvetica Neue"/>
                <a:cs typeface="Helvetica Neue"/>
                <a:sym typeface="Helvetica Neue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202302-divvy-tripdata.zip</a:t>
            </a:r>
            <a:endParaRPr sz="2200" u="sng">
              <a:solidFill>
                <a:srgbClr val="00558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842"/>
              </a:spcBef>
              <a:spcAft>
                <a:spcPts val="0"/>
              </a:spcAft>
              <a:buSzPct val="115000"/>
              <a:buNone/>
            </a:pPr>
            <a:r>
              <a:rPr lang="en-US" sz="2200" b="0" i="0">
                <a:solidFill>
                  <a:srgbClr val="333333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 </a:t>
            </a:r>
            <a:r>
              <a:rPr lang="en-US" sz="2200" b="0" i="0" u="sng">
                <a:solidFill>
                  <a:srgbClr val="005580"/>
                </a:solidFill>
                <a:latin typeface="Helvetica Neue"/>
                <a:ea typeface="Helvetica Neue"/>
                <a:cs typeface="Helvetica Neue"/>
                <a:sym typeface="Helvetica Neue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202303-divvy-tripdata.zip</a:t>
            </a:r>
            <a:endParaRPr sz="2200" b="0" i="0" u="sng">
              <a:solidFill>
                <a:srgbClr val="00558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842"/>
              </a:spcBef>
              <a:spcAft>
                <a:spcPts val="0"/>
              </a:spcAft>
              <a:buSzPct val="115000"/>
              <a:buNone/>
            </a:pPr>
            <a:r>
              <a:rPr lang="en-US" sz="2200" b="0" i="0">
                <a:solidFill>
                  <a:srgbClr val="333333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 </a:t>
            </a:r>
            <a:r>
              <a:rPr lang="en-US" sz="2200" b="0" i="0" u="sng">
                <a:solidFill>
                  <a:srgbClr val="005580"/>
                </a:solidFill>
                <a:latin typeface="Helvetica Neue"/>
                <a:ea typeface="Helvetica Neue"/>
                <a:cs typeface="Helvetica Neue"/>
                <a:sym typeface="Helvetica Neue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202304-divvy-tripdata.zip</a:t>
            </a:r>
            <a:endParaRPr sz="2200" b="0" i="0" u="sng">
              <a:solidFill>
                <a:srgbClr val="00558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842"/>
              </a:spcBef>
              <a:spcAft>
                <a:spcPts val="0"/>
              </a:spcAft>
              <a:buSzPct val="115000"/>
              <a:buNone/>
            </a:pPr>
            <a:r>
              <a:rPr lang="en-US" sz="2200" b="0" i="0" u="sng">
                <a:solidFill>
                  <a:srgbClr val="005580"/>
                </a:solidFill>
                <a:latin typeface="Helvetica Neue"/>
                <a:ea typeface="Helvetica Neue"/>
                <a:cs typeface="Helvetica Neue"/>
                <a:sym typeface="Helvetica Neue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202305-divvy-tripdata.zip</a:t>
            </a:r>
            <a:endParaRPr sz="2200" b="0" i="0" u="sng">
              <a:solidFill>
                <a:srgbClr val="00558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842"/>
              </a:spcBef>
              <a:spcAft>
                <a:spcPts val="0"/>
              </a:spcAft>
              <a:buSzPct val="115000"/>
              <a:buNone/>
            </a:pPr>
            <a:r>
              <a:rPr lang="en-US" sz="2200" b="0" i="0">
                <a:solidFill>
                  <a:srgbClr val="333333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 </a:t>
            </a:r>
            <a:r>
              <a:rPr lang="en-US" sz="2200" b="0" i="0" u="sng">
                <a:solidFill>
                  <a:srgbClr val="005580"/>
                </a:solidFill>
                <a:latin typeface="Helvetica Neue"/>
                <a:ea typeface="Helvetica Neue"/>
                <a:cs typeface="Helvetica Neue"/>
                <a:sym typeface="Helvetica Neue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202306-divvy-tripdata.zip</a:t>
            </a:r>
            <a:endParaRPr sz="2200" b="0" i="0" u="sng">
              <a:solidFill>
                <a:srgbClr val="00558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842"/>
              </a:spcBef>
              <a:spcAft>
                <a:spcPts val="0"/>
              </a:spcAft>
              <a:buSzPct val="115000"/>
              <a:buNone/>
            </a:pPr>
            <a:r>
              <a:rPr lang="en-US" sz="2200" b="0" i="0" u="sng">
                <a:solidFill>
                  <a:srgbClr val="005580"/>
                </a:solidFill>
                <a:latin typeface="Helvetica Neue"/>
                <a:ea typeface="Helvetica Neue"/>
                <a:cs typeface="Helvetica Neue"/>
                <a:sym typeface="Helvetica Neue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202307-divvy-tripdata.zip</a:t>
            </a:r>
            <a:endParaRPr sz="2200" b="0" i="0" u="sng">
              <a:solidFill>
                <a:srgbClr val="00558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842"/>
              </a:spcBef>
              <a:spcAft>
                <a:spcPts val="0"/>
              </a:spcAft>
              <a:buSzPct val="115000"/>
              <a:buNone/>
            </a:pPr>
            <a:r>
              <a:rPr lang="en-US" sz="2200" b="0" i="0" u="sng">
                <a:solidFill>
                  <a:srgbClr val="005580"/>
                </a:solidFill>
                <a:latin typeface="Helvetica Neue"/>
                <a:ea typeface="Helvetica Neue"/>
                <a:cs typeface="Helvetica Neue"/>
                <a:sym typeface="Helvetica Neue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202308-divvy-tripdata.zip</a:t>
            </a:r>
            <a:endParaRPr sz="2200" b="0" i="0" u="sng">
              <a:solidFill>
                <a:srgbClr val="00558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842"/>
              </a:spcBef>
              <a:spcAft>
                <a:spcPts val="0"/>
              </a:spcAft>
              <a:buSzPct val="115000"/>
              <a:buNone/>
            </a:pPr>
            <a:r>
              <a:rPr lang="en-US" sz="2200" b="0" i="0">
                <a:solidFill>
                  <a:srgbClr val="333333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 </a:t>
            </a:r>
            <a:r>
              <a:rPr lang="en-US" sz="2200" b="0" i="0" u="sng" strike="noStrike">
                <a:solidFill>
                  <a:srgbClr val="0088CC"/>
                </a:solidFill>
                <a:latin typeface="Helvetica Neue"/>
                <a:ea typeface="Helvetica Neue"/>
                <a:cs typeface="Helvetica Neue"/>
                <a:sym typeface="Helvetica Neue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202309-divvy-tripdata.zip</a:t>
            </a:r>
            <a:endParaRPr sz="2200" b="0" i="0" u="none" strike="noStrike">
              <a:solidFill>
                <a:srgbClr val="0088CC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842"/>
              </a:spcBef>
              <a:spcAft>
                <a:spcPts val="0"/>
              </a:spcAft>
              <a:buSzPct val="115000"/>
              <a:buNone/>
            </a:pPr>
            <a:r>
              <a:rPr lang="en-US" sz="2200" b="0" i="0">
                <a:solidFill>
                  <a:srgbClr val="333333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 </a:t>
            </a:r>
            <a:r>
              <a:rPr lang="en-US" sz="2200" b="0" i="0" u="sng">
                <a:solidFill>
                  <a:srgbClr val="005580"/>
                </a:solidFill>
                <a:latin typeface="Helvetica Neue"/>
                <a:ea typeface="Helvetica Neue"/>
                <a:cs typeface="Helvetica Neue"/>
                <a:sym typeface="Helvetica Neue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202310-divvy-tripdata.zip</a:t>
            </a:r>
            <a:endParaRPr sz="2200" b="0" i="0" u="sng">
              <a:solidFill>
                <a:srgbClr val="00558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842"/>
              </a:spcBef>
              <a:spcAft>
                <a:spcPts val="0"/>
              </a:spcAft>
              <a:buSzPct val="115000"/>
              <a:buNone/>
            </a:pPr>
            <a:r>
              <a:rPr lang="en-US" sz="2200" b="0" i="0" u="sng">
                <a:solidFill>
                  <a:srgbClr val="005580"/>
                </a:solidFill>
                <a:latin typeface="Helvetica Neue"/>
                <a:ea typeface="Helvetica Neue"/>
                <a:cs typeface="Helvetica Neue"/>
                <a:sym typeface="Helvetica Neue"/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202311-divvy-tripdata.zip</a:t>
            </a:r>
            <a:endParaRPr sz="2200" b="0" i="0" u="sng">
              <a:solidFill>
                <a:srgbClr val="00558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842"/>
              </a:spcBef>
              <a:spcAft>
                <a:spcPts val="0"/>
              </a:spcAft>
              <a:buSzPct val="115000"/>
              <a:buNone/>
            </a:pPr>
            <a:r>
              <a:rPr lang="en-US" sz="2200" b="0" i="0" u="sng">
                <a:solidFill>
                  <a:srgbClr val="005580"/>
                </a:solidFill>
                <a:latin typeface="Helvetica Neue"/>
                <a:ea typeface="Helvetica Neue"/>
                <a:cs typeface="Helvetica Neue"/>
                <a:sym typeface="Helvetica Neue"/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202312-divvy-tripdata.zip</a:t>
            </a:r>
            <a:endParaRPr sz="2200" b="0" i="0" u="sng">
              <a:solidFill>
                <a:srgbClr val="00558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864"/>
              </a:spcBef>
              <a:spcAft>
                <a:spcPts val="0"/>
              </a:spcAft>
              <a:buSzPct val="115000"/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rganic">
  <a:themeElements>
    <a:clrScheme name="Organic">
      <a:dk1>
        <a:srgbClr val="000000"/>
      </a:dk1>
      <a:lt1>
        <a:srgbClr val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808</Words>
  <Application>Microsoft Office PowerPoint</Application>
  <PresentationFormat>Widescreen</PresentationFormat>
  <Paragraphs>85</Paragraphs>
  <Slides>12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Garamond</vt:lpstr>
      <vt:lpstr>Arial</vt:lpstr>
      <vt:lpstr>Helvetica Neue</vt:lpstr>
      <vt:lpstr>Organic</vt:lpstr>
      <vt:lpstr>Cyclistic Case Study</vt:lpstr>
      <vt:lpstr>Introduction</vt:lpstr>
      <vt:lpstr>Business Task </vt:lpstr>
      <vt:lpstr>Steps for Collecting Data and Analysis</vt:lpstr>
      <vt:lpstr>Results and Analysis Part 1 </vt:lpstr>
      <vt:lpstr>Results and Analysis Part 2</vt:lpstr>
      <vt:lpstr>Results and Analysis Part 3</vt:lpstr>
      <vt:lpstr>Results and Analysis Part 4</vt:lpstr>
      <vt:lpstr>Results and Analysis Part 5</vt:lpstr>
      <vt:lpstr>Conclusion </vt:lpstr>
      <vt:lpstr>Business Recommendations</vt:lpstr>
      <vt:lpstr>Data Sources Used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Cyclistic Case Study</dc:title>
  <dc:creator>Alfred Abraham</dc:creator>
  <cp:lastModifiedBy>Alfred Abraham</cp:lastModifiedBy>
  <cp:revision>1</cp:revision>
  <dcterms:created xsi:type="dcterms:W3CDTF">2024-03-07T13:47:45Z</dcterms:created>
  <dcterms:modified xsi:type="dcterms:W3CDTF">2026-05-12T02:15:20Z</dcterms:modified>
</cp:coreProperties>
</file>